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테이블 예제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나이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직업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홍길동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개발자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김영희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디자이너인지 개발자인지 기획자인지 모르겠음아이구 힘들다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