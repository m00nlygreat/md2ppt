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6" autoAdjust="0"/>
    <p:restoredTop sz="94660"/>
  </p:normalViewPr>
  <p:slideViewPr>
    <p:cSldViewPr snapToGrid="0">
      <p:cViewPr>
        <p:scale>
          <a:sx n="300" d="100"/>
          <a:sy n="300" d="100"/>
        </p:scale>
        <p:origin x="189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4">
            <a:extLst>
              <a:ext uri="{FF2B5EF4-FFF2-40B4-BE49-F238E27FC236}">
                <a16:creationId xmlns:a16="http://schemas.microsoft.com/office/drawing/2014/main" id="{5FC83FE5-B2CB-BF44-BF6A-9CC8B08508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>
              <a:latin typeface="원신한 Light" panose="020B0303000000000000" pitchFamily="50" charset="-127"/>
              <a:ea typeface="원신한 Light" panose="020B0303000000000000" pitchFamily="50" charset="-127"/>
            </a:endParaRPr>
          </a:p>
        </p:txBody>
      </p:sp>
      <p:sp>
        <p:nvSpPr>
          <p:cNvPr id="16" name="직사각형 5">
            <a:extLst>
              <a:ext uri="{FF2B5EF4-FFF2-40B4-BE49-F238E27FC236}">
                <a16:creationId xmlns:a16="http://schemas.microsoft.com/office/drawing/2014/main" id="{29093EFE-D9D6-3297-88E1-B48E905AB7AE}"/>
              </a:ext>
            </a:extLst>
          </p:cNvPr>
          <p:cNvSpPr/>
          <p:nvPr userDrawn="1"/>
        </p:nvSpPr>
        <p:spPr>
          <a:xfrm>
            <a:off x="-1" y="0"/>
            <a:ext cx="10198995" cy="6857998"/>
          </a:xfrm>
          <a:prstGeom prst="rect">
            <a:avLst/>
          </a:prstGeom>
          <a:solidFill>
            <a:srgbClr val="00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래픽 15">
            <a:extLst>
              <a:ext uri="{FF2B5EF4-FFF2-40B4-BE49-F238E27FC236}">
                <a16:creationId xmlns:a16="http://schemas.microsoft.com/office/drawing/2014/main" id="{F070206E-E398-B4F8-AFD3-F28F950FEC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3491" y="5139015"/>
            <a:ext cx="3045161" cy="1561822"/>
          </a:xfrm>
          <a:prstGeom prst="rect">
            <a:avLst/>
          </a:prstGeom>
        </p:spPr>
      </p:pic>
      <p:pic>
        <p:nvPicPr>
          <p:cNvPr id="18" name="그래픽 19">
            <a:extLst>
              <a:ext uri="{FF2B5EF4-FFF2-40B4-BE49-F238E27FC236}">
                <a16:creationId xmlns:a16="http://schemas.microsoft.com/office/drawing/2014/main" id="{4BEE8E04-32AF-7459-6C8B-5E6124D821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5237" y="130080"/>
            <a:ext cx="3045161" cy="1561822"/>
          </a:xfrm>
          <a:prstGeom prst="rect">
            <a:avLst/>
          </a:prstGeom>
        </p:spPr>
      </p:pic>
      <p:pic>
        <p:nvPicPr>
          <p:cNvPr id="19" name="그래픽 2">
            <a:extLst>
              <a:ext uri="{FF2B5EF4-FFF2-40B4-BE49-F238E27FC236}">
                <a16:creationId xmlns:a16="http://schemas.microsoft.com/office/drawing/2014/main" id="{682BF9DD-73C0-E225-66E5-18A70421019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0948" y="6109563"/>
            <a:ext cx="708543" cy="292118"/>
          </a:xfrm>
          <a:prstGeom prst="rect">
            <a:avLst/>
          </a:prstGeom>
        </p:spPr>
      </p:pic>
      <p:cxnSp>
        <p:nvCxnSpPr>
          <p:cNvPr id="20" name="직선 연결선 7">
            <a:extLst>
              <a:ext uri="{FF2B5EF4-FFF2-40B4-BE49-F238E27FC236}">
                <a16:creationId xmlns:a16="http://schemas.microsoft.com/office/drawing/2014/main" id="{0608829A-58B8-06BC-27F0-D7EB7DB72B5A}"/>
              </a:ext>
            </a:extLst>
          </p:cNvPr>
          <p:cNvCxnSpPr>
            <a:cxnSpLocks/>
          </p:cNvCxnSpPr>
          <p:nvPr userDrawn="1"/>
        </p:nvCxnSpPr>
        <p:spPr>
          <a:xfrm>
            <a:off x="11275220" y="1268987"/>
            <a:ext cx="0" cy="450974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1">
            <a:extLst>
              <a:ext uri="{FF2B5EF4-FFF2-40B4-BE49-F238E27FC236}">
                <a16:creationId xmlns:a16="http://schemas.microsoft.com/office/drawing/2014/main" id="{26EEA1E9-A79B-8867-7359-506DB13DC94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57596" y="511315"/>
            <a:ext cx="1057329" cy="29211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AEA08-2C55-8B56-CA97-0CAE4BA42CB0}"/>
              </a:ext>
            </a:extLst>
          </p:cNvPr>
          <p:cNvSpPr txBox="1"/>
          <p:nvPr userDrawn="1"/>
        </p:nvSpPr>
        <p:spPr>
          <a:xfrm>
            <a:off x="8041664" y="452510"/>
            <a:ext cx="18998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K-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디지털 트레이닝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  <a:p>
            <a:pPr algn="ctr"/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</a:rPr>
              <a:t>디지털 선도기업 아카데미</a:t>
            </a:r>
            <a:endParaRPr lang="en-US" sz="1200" dirty="0">
              <a:solidFill>
                <a:schemeClr val="bg1">
                  <a:lumMod val="85000"/>
                </a:schemeClr>
              </a:solidFill>
              <a:latin typeface="에스코어 드림 9 Black" panose="020B0A03030302020204" pitchFamily="34" charset="-127"/>
              <a:ea typeface="에스코어 드림 9 Black" panose="020B0A03030302020204" pitchFamily="34" charset="-12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E78BA-3F32-24C3-5F4C-8CD01FEE1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510" y="3473779"/>
            <a:ext cx="11472156" cy="925511"/>
          </a:xfrm>
        </p:spPr>
        <p:txBody>
          <a:bodyPr wrap="none" lIns="90000" tIns="46800" rIns="90000" bIns="46800" anchor="t">
            <a:spAutoFit/>
          </a:bodyPr>
          <a:lstStyle>
            <a:lvl1pPr algn="l">
              <a:defRPr sz="6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23" name="내용 개체 틀 1">
            <a:extLst>
              <a:ext uri="{FF2B5EF4-FFF2-40B4-BE49-F238E27FC236}">
                <a16:creationId xmlns:a16="http://schemas.microsoft.com/office/drawing/2014/main" id="{8A269E57-2490-E914-824A-57F69DBAABE9}"/>
              </a:ext>
            </a:extLst>
          </p:cNvPr>
          <p:cNvSpPr txBox="1">
            <a:spLocks/>
          </p:cNvSpPr>
          <p:nvPr userDrawn="1"/>
        </p:nvSpPr>
        <p:spPr>
          <a:xfrm>
            <a:off x="490046" y="2056721"/>
            <a:ext cx="4806124" cy="95410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kern="1200">
                <a:solidFill>
                  <a:srgbClr val="595959"/>
                </a:solidFill>
                <a:latin typeface="에스코어 드림 9 Black" panose="020B0A03030302020204" pitchFamily="34" charset="-127"/>
                <a:ea typeface="에스코어 드림 9 Black" panose="020B0A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800" dirty="0">
                <a:solidFill>
                  <a:schemeClr val="bg1"/>
                </a:solidFill>
              </a:rPr>
              <a:t>[</a:t>
            </a:r>
            <a:r>
              <a:rPr lang="ko-KR" altLang="en-US" sz="2800" dirty="0">
                <a:solidFill>
                  <a:schemeClr val="bg1"/>
                </a:solidFill>
              </a:rPr>
              <a:t>하나은행</a:t>
            </a:r>
            <a:r>
              <a:rPr lang="en-US" altLang="ko-KR" sz="2800" dirty="0">
                <a:solidFill>
                  <a:schemeClr val="bg1"/>
                </a:solidFill>
              </a:rPr>
              <a:t>]</a:t>
            </a:r>
            <a:r>
              <a:rPr lang="ko-KR" altLang="en-US" sz="2800" dirty="0">
                <a:solidFill>
                  <a:schemeClr val="bg1"/>
                </a:solidFill>
              </a:rPr>
              <a:t> </a:t>
            </a:r>
            <a:r>
              <a:rPr lang="en-US" altLang="ko-KR" sz="2800" dirty="0">
                <a:solidFill>
                  <a:schemeClr val="bg1"/>
                </a:solidFill>
              </a:rPr>
              <a:t>Digital </a:t>
            </a:r>
            <a:r>
              <a:rPr lang="en-US" altLang="ko-KR" sz="2800" dirty="0" err="1">
                <a:solidFill>
                  <a:schemeClr val="bg1"/>
                </a:solidFill>
              </a:rPr>
              <a:t>hana</a:t>
            </a:r>
            <a:r>
              <a:rPr lang="en-US" altLang="ko-KR" sz="2800" dirty="0">
                <a:solidFill>
                  <a:schemeClr val="bg1"/>
                </a:solidFill>
              </a:rPr>
              <a:t> </a:t>
            </a:r>
            <a:r>
              <a:rPr lang="ko-KR" altLang="en-US" sz="2800" b="1" dirty="0">
                <a:solidFill>
                  <a:srgbClr val="FFFF00"/>
                </a:solidFill>
              </a:rPr>
              <a:t>路</a:t>
            </a:r>
            <a:r>
              <a:rPr lang="en-US" altLang="ko-KR" sz="2800" dirty="0">
                <a:solidFill>
                  <a:schemeClr val="bg1"/>
                </a:solidFill>
              </a:rPr>
              <a:t>  </a:t>
            </a:r>
            <a:br>
              <a:rPr lang="en-US" altLang="ko-KR" sz="2800" dirty="0">
                <a:solidFill>
                  <a:schemeClr val="bg1"/>
                </a:solidFill>
              </a:rPr>
            </a:br>
            <a:r>
              <a:rPr lang="ko-KR" altLang="en-US" sz="2800" dirty="0">
                <a:solidFill>
                  <a:schemeClr val="bg1"/>
                </a:solidFill>
              </a:rPr>
              <a:t>데이터분석</a:t>
            </a:r>
            <a:r>
              <a:rPr lang="en-US" altLang="ko-KR" sz="2800">
                <a:solidFill>
                  <a:schemeClr val="bg1"/>
                </a:solidFill>
              </a:rPr>
              <a:t>/</a:t>
            </a:r>
            <a:r>
              <a:rPr lang="ko-KR" altLang="en-US" sz="2800">
                <a:solidFill>
                  <a:schemeClr val="bg1"/>
                </a:solidFill>
              </a:rPr>
              <a:t>서비스기획 </a:t>
            </a:r>
            <a:endParaRPr lang="en-US" altLang="ko-K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102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BA3A-25AB-F6C6-9F80-0808479A1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76" y="772674"/>
            <a:ext cx="2827675" cy="288413"/>
          </a:xfrm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E311-2876-A4A5-2EFD-816ABD89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776" y="1197059"/>
            <a:ext cx="10515600" cy="5304097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E4B8D-66B1-76E7-1AF8-7DAF7B13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151" y="534726"/>
            <a:ext cx="405560" cy="184666"/>
          </a:xfrm>
        </p:spPr>
        <p:txBody>
          <a:bodyPr wrap="square" lIns="0" tIns="0" rIns="0" bIns="0">
            <a:noAutofit/>
          </a:bodyPr>
          <a:lstStyle>
            <a:lvl1pPr algn="r">
              <a:defRPr/>
            </a:lvl1pPr>
          </a:lstStyle>
          <a:p>
            <a:fld id="{F42D72A1-D897-4054-B8AE-9FFFF0ED7DD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7" name="직선 연결선 33">
            <a:extLst>
              <a:ext uri="{FF2B5EF4-FFF2-40B4-BE49-F238E27FC236}">
                <a16:creationId xmlns:a16="http://schemas.microsoft.com/office/drawing/2014/main" id="{63675B9B-890F-F049-13ED-FCD0D0597F85}"/>
              </a:ext>
            </a:extLst>
          </p:cNvPr>
          <p:cNvCxnSpPr>
            <a:cxnSpLocks/>
          </p:cNvCxnSpPr>
          <p:nvPr userDrawn="1"/>
        </p:nvCxnSpPr>
        <p:spPr>
          <a:xfrm>
            <a:off x="773290" y="771580"/>
            <a:ext cx="10645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20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E311-2876-A4A5-2EFD-816ABD89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8199" y="1205877"/>
            <a:ext cx="6937190" cy="5294676"/>
          </a:xfrm>
        </p:spPr>
        <p:txBody>
          <a:bodyPr numCol="1"/>
          <a:lstStyle>
            <a:lvl1pPr marL="0" indent="-504000" defTabSz="360000">
              <a:spcBef>
                <a:spcPts val="400"/>
              </a:spcBef>
              <a:spcAft>
                <a:spcPts val="300"/>
              </a:spcAft>
              <a:buClr>
                <a:schemeClr val="tx1"/>
              </a:buClr>
              <a:buFontTx/>
              <a:buAutoNum type="arabicPlain"/>
              <a:tabLst>
                <a:tab pos="0" algn="r"/>
                <a:tab pos="51206400" algn="r"/>
              </a:tabLst>
              <a:defRPr lang="en-US" altLang="ko-KR">
                <a:solidFill>
                  <a:schemeClr val="accent1"/>
                </a:solidFill>
                <a:latin typeface="+mj-ea"/>
                <a:ea typeface="+mj-ea"/>
              </a:defRPr>
            </a:lvl1pPr>
            <a:lvl2pPr marL="486900" indent="-342900">
              <a:spcBef>
                <a:spcPts val="400"/>
              </a:spcBef>
              <a:spcAft>
                <a:spcPts val="200"/>
              </a:spcAft>
              <a:buFont typeface="+mj-lt"/>
              <a:buAutoNum type="arabicPeriod"/>
              <a:tabLst>
                <a:tab pos="51206400" algn="r"/>
              </a:tabLst>
              <a:defRPr/>
            </a:lvl2pPr>
            <a:lvl3pPr marL="630900" indent="-342900">
              <a:buFont typeface="+mj-lt"/>
              <a:buAutoNum type="arabicPeriod"/>
              <a:defRPr/>
            </a:lvl3pPr>
            <a:lvl4pPr marL="660600" indent="-228600">
              <a:buFont typeface="+mj-lt"/>
              <a:buAutoNum type="arabicPeriod"/>
              <a:defRPr/>
            </a:lvl4pPr>
            <a:lvl5pPr marL="876600" indent="-228600">
              <a:buFont typeface="+mj-lt"/>
              <a:buAutoNum type="arabicPeriod"/>
              <a:defRPr/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111BD-1665-8FD5-5D4E-5E7388F1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21F8-707C-483B-8DF1-F628B9249920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7" name="직사각형 1">
            <a:extLst>
              <a:ext uri="{FF2B5EF4-FFF2-40B4-BE49-F238E27FC236}">
                <a16:creationId xmlns:a16="http://schemas.microsoft.com/office/drawing/2014/main" id="{414749B8-707F-8B83-4E6B-4D812B1842DF}"/>
              </a:ext>
            </a:extLst>
          </p:cNvPr>
          <p:cNvSpPr/>
          <p:nvPr userDrawn="1"/>
        </p:nvSpPr>
        <p:spPr>
          <a:xfrm>
            <a:off x="-1" y="0"/>
            <a:ext cx="4394719" cy="6857998"/>
          </a:xfrm>
          <a:prstGeom prst="rect">
            <a:avLst/>
          </a:prstGeom>
          <a:solidFill>
            <a:srgbClr val="ED15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4BA3A-25AB-F6C6-9F80-0808479A10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489" y="542932"/>
            <a:ext cx="1330492" cy="747897"/>
          </a:xfrm>
        </p:spPr>
        <p:txBody>
          <a:bodyPr wrap="none" lIns="0" tIns="0" rIns="0" bIns="0">
            <a:sp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목차</a:t>
            </a:r>
          </a:p>
        </p:txBody>
      </p:sp>
      <p:pic>
        <p:nvPicPr>
          <p:cNvPr id="8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184254D8-BA1A-A7B8-5299-6F1A10A04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812" r="12449"/>
          <a:stretch>
            <a:fillRect/>
          </a:stretch>
        </p:blipFill>
        <p:spPr>
          <a:xfrm>
            <a:off x="0" y="3509164"/>
            <a:ext cx="4394718" cy="334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1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2">
            <a:extLst>
              <a:ext uri="{FF2B5EF4-FFF2-40B4-BE49-F238E27FC236}">
                <a16:creationId xmlns:a16="http://schemas.microsoft.com/office/drawing/2014/main" id="{1337B75C-C81B-B7A0-93D5-A06FBF452F46}"/>
              </a:ext>
            </a:extLst>
          </p:cNvPr>
          <p:cNvSpPr>
            <a:spLocks/>
          </p:cNvSpPr>
          <p:nvPr userDrawn="1"/>
        </p:nvSpPr>
        <p:spPr>
          <a:xfrm>
            <a:off x="-1" y="-6927"/>
            <a:ext cx="12192001" cy="6857998"/>
          </a:xfrm>
          <a:prstGeom prst="rect">
            <a:avLst/>
          </a:prstGeom>
          <a:solidFill>
            <a:srgbClr val="0095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837EC-89E4-6902-C792-38D4A1953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984" y="2238356"/>
            <a:ext cx="8095591" cy="676212"/>
          </a:xfrm>
        </p:spPr>
        <p:txBody>
          <a:bodyPr wrap="none" lIns="90000" tIns="46800" rIns="90000" bIns="46800" anchor="b">
            <a:sp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pic>
        <p:nvPicPr>
          <p:cNvPr id="8" name="그래픽 3">
            <a:extLst>
              <a:ext uri="{FF2B5EF4-FFF2-40B4-BE49-F238E27FC236}">
                <a16:creationId xmlns:a16="http://schemas.microsoft.com/office/drawing/2014/main" id="{3E5D5490-7C26-63A8-BB5A-F0B273319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37" y="130080"/>
            <a:ext cx="3045161" cy="1561822"/>
          </a:xfrm>
          <a:prstGeom prst="rect">
            <a:avLst/>
          </a:prstGeom>
        </p:spPr>
      </p:pic>
      <p:pic>
        <p:nvPicPr>
          <p:cNvPr id="9" name="그래픽 4">
            <a:extLst>
              <a:ext uri="{FF2B5EF4-FFF2-40B4-BE49-F238E27FC236}">
                <a16:creationId xmlns:a16="http://schemas.microsoft.com/office/drawing/2014/main" id="{F3234E92-B0CA-9B8D-31F5-ABFB432ADC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1233" y="4469973"/>
            <a:ext cx="2525317" cy="2246548"/>
          </a:xfrm>
          <a:prstGeom prst="rect">
            <a:avLst/>
          </a:prstGeom>
        </p:spPr>
      </p:pic>
      <p:cxnSp>
        <p:nvCxnSpPr>
          <p:cNvPr id="12" name="직선 연결선 10">
            <a:extLst>
              <a:ext uri="{FF2B5EF4-FFF2-40B4-BE49-F238E27FC236}">
                <a16:creationId xmlns:a16="http://schemas.microsoft.com/office/drawing/2014/main" id="{6FC15E57-7D8F-F526-174F-48A59819DFC1}"/>
              </a:ext>
            </a:extLst>
          </p:cNvPr>
          <p:cNvCxnSpPr>
            <a:cxnSpLocks/>
          </p:cNvCxnSpPr>
          <p:nvPr userDrawn="1"/>
        </p:nvCxnSpPr>
        <p:spPr>
          <a:xfrm>
            <a:off x="1168786" y="2935801"/>
            <a:ext cx="997451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78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D0582B5-E4F6-B405-4857-83499D72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76" y="772674"/>
            <a:ext cx="2827675" cy="288413"/>
          </a:xfrm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16BA70-7F27-CF90-E505-D26041A45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776" y="1197059"/>
            <a:ext cx="5200996" cy="5304097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AABA2D-516E-8219-8E09-63A12967D2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17715" y="1197059"/>
            <a:ext cx="5200996" cy="5304097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19B9EB5-CAC7-9527-E0E8-175CFFE4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151" y="534726"/>
            <a:ext cx="405560" cy="184666"/>
          </a:xfrm>
        </p:spPr>
        <p:txBody>
          <a:bodyPr wrap="square" lIns="0" tIns="0" rIns="0" bIns="0">
            <a:noAutofit/>
          </a:bodyPr>
          <a:lstStyle>
            <a:lvl1pPr algn="r">
              <a:defRPr/>
            </a:lvl1pPr>
          </a:lstStyle>
          <a:p>
            <a:fld id="{F42D72A1-D897-4054-B8AE-9FFFF0ED7DD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1" name="직선 연결선 33">
            <a:extLst>
              <a:ext uri="{FF2B5EF4-FFF2-40B4-BE49-F238E27FC236}">
                <a16:creationId xmlns:a16="http://schemas.microsoft.com/office/drawing/2014/main" id="{CD3D6322-86DF-2EA4-518C-8B0F972401C0}"/>
              </a:ext>
            </a:extLst>
          </p:cNvPr>
          <p:cNvCxnSpPr>
            <a:cxnSpLocks/>
          </p:cNvCxnSpPr>
          <p:nvPr userDrawn="1"/>
        </p:nvCxnSpPr>
        <p:spPr>
          <a:xfrm>
            <a:off x="773290" y="771580"/>
            <a:ext cx="10645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20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0A7D07-5893-FFB1-2966-50A189EB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121F8-707C-483B-8DF1-F628B9249920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48CD2E-0362-9B68-7C78-4656C06A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FBD5A-C14B-E0A0-D65B-5EF566BA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D72A1-D897-4054-B8AE-9FFFF0ED7D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478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CA5BA1B-FFCB-D5D6-E5DD-B74878375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76" y="772674"/>
            <a:ext cx="2827675" cy="288413"/>
          </a:xfrm>
        </p:spPr>
        <p:txBody>
          <a:bodyPr wrap="none" lIns="90000" tIns="46800" rIns="90000" bIns="46800">
            <a:sp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9" name="{&quot;grow&quot;: 6, &quot;margin&quot;: 0.1}">
            <a:extLst>
              <a:ext uri="{FF2B5EF4-FFF2-40B4-BE49-F238E27FC236}">
                <a16:creationId xmlns:a16="http://schemas.microsoft.com/office/drawing/2014/main" id="{7B84068E-5128-2F83-88BE-BC5ABFB71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776" y="1197059"/>
            <a:ext cx="3417275" cy="530409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10" name="{&quot;align&quot;: 6, &quot;margin&quot;: 0.1}">
            <a:extLst>
              <a:ext uri="{FF2B5EF4-FFF2-40B4-BE49-F238E27FC236}">
                <a16:creationId xmlns:a16="http://schemas.microsoft.com/office/drawing/2014/main" id="{1983F5C3-79E6-5DAA-C784-0E0E31079C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48052" y="1197059"/>
            <a:ext cx="7270660" cy="5304097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78CF89-DC0D-FA96-2A17-7EBAF1CD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151" y="534726"/>
            <a:ext cx="405560" cy="184666"/>
          </a:xfrm>
        </p:spPr>
        <p:txBody>
          <a:bodyPr wrap="square" lIns="0" tIns="0" rIns="0" bIns="0">
            <a:noAutofit/>
          </a:bodyPr>
          <a:lstStyle>
            <a:lvl1pPr algn="r">
              <a:defRPr/>
            </a:lvl1pPr>
          </a:lstStyle>
          <a:p>
            <a:fld id="{F42D72A1-D897-4054-B8AE-9FFFF0ED7DD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2" name="직선 연결선 33">
            <a:extLst>
              <a:ext uri="{FF2B5EF4-FFF2-40B4-BE49-F238E27FC236}">
                <a16:creationId xmlns:a16="http://schemas.microsoft.com/office/drawing/2014/main" id="{60F0886B-09A2-499D-3B9D-DE3BFCD080A0}"/>
              </a:ext>
            </a:extLst>
          </p:cNvPr>
          <p:cNvCxnSpPr>
            <a:cxnSpLocks/>
          </p:cNvCxnSpPr>
          <p:nvPr userDrawn="1"/>
        </p:nvCxnSpPr>
        <p:spPr>
          <a:xfrm>
            <a:off x="773290" y="771580"/>
            <a:ext cx="10645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51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F7D27-37EE-DC54-B04C-5CB149EB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76" y="819931"/>
            <a:ext cx="2769348" cy="19389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172D-4612-AEC5-2A85-139933615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0776" y="11970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  <a:p>
            <a:pPr lvl="5"/>
            <a:r>
              <a:rPr lang="en-US" altLang="ko-KR"/>
              <a:t>Sixth level (Monospace)</a:t>
            </a:r>
          </a:p>
          <a:p>
            <a:pPr lvl="6"/>
            <a:r>
              <a:rPr lang="en-US" altLang="ko-KR"/>
              <a:t>Seventh level (Quote)</a:t>
            </a:r>
          </a:p>
          <a:p>
            <a:pPr lvl="7"/>
            <a:r>
              <a:rPr lang="en-US" altLang="ko-KR"/>
              <a:t>Eighth level (Heading 4)</a:t>
            </a:r>
          </a:p>
          <a:p>
            <a:pPr lvl="8"/>
            <a:r>
              <a:rPr lang="en-US" altLang="ko-KR"/>
              <a:t>Nineth level (Heading 3)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1B981-520A-EAD7-28FD-B6C05020F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121F8-707C-483B-8DF1-F628B9249920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3B3BA-C373-BE73-7AA5-401B011408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B7E73-DA44-9CCF-3D07-624BA916F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D72A1-D897-4054-B8AE-9FFFF0ED7D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53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5" r:id="rId6"/>
    <p:sldLayoutId id="2147483656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1400" kern="1200">
          <a:solidFill>
            <a:schemeClr val="tx1">
              <a:lumMod val="65000"/>
              <a:lumOff val="35000"/>
            </a:schemeClr>
          </a:solidFill>
          <a:latin typeface="+mj-ea"/>
          <a:ea typeface="+mj-ea"/>
          <a:cs typeface="+mj-cs"/>
        </a:defRPr>
      </a:lvl1pPr>
    </p:titleStyle>
    <p:bodyStyle>
      <a:lvl1pPr marL="180000" indent="-180000" algn="l" defTabSz="914400" rtl="0" eaLnBrk="1" latinLnBrk="1" hangingPunct="1">
        <a:lnSpc>
          <a:spcPct val="100000"/>
        </a:lnSpc>
        <a:spcBef>
          <a:spcPts val="1200"/>
        </a:spcBef>
        <a:spcAft>
          <a:spcPts val="400"/>
        </a:spcAft>
        <a:buClr>
          <a:schemeClr val="accent2"/>
        </a:buClr>
        <a:buSzPct val="100000"/>
        <a:buFont typeface="에스코어 드림 4 Regular" panose="020B0503030302020204" pitchFamily="34" charset="-127"/>
        <a:buChar char=""/>
        <a:defRPr lang="en-US" altLang="ko-KR" sz="1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16000" algn="l" defTabSz="914400" rtl="0" eaLnBrk="1" latinLnBrk="1" hangingPunct="1">
        <a:lnSpc>
          <a:spcPct val="90000"/>
        </a:lnSpc>
        <a:spcBef>
          <a:spcPts val="800"/>
        </a:spcBef>
        <a:spcAft>
          <a:spcPts val="400"/>
        </a:spcAft>
        <a:buClr>
          <a:schemeClr val="accent2"/>
        </a:buClr>
        <a:buSzPct val="100000"/>
        <a:buFont typeface="에스코어 드림 4 Regular" panose="020B0503030302020204" pitchFamily="34" charset="-127"/>
        <a:buChar char=""/>
        <a:defRPr lang="en-US" altLang="ko-KR" sz="1600" kern="1200" smtClean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630000" indent="-216000" algn="l" defTabSz="914400" rtl="0" eaLnBrk="1" latinLnBrk="1" hangingPunct="1">
        <a:lnSpc>
          <a:spcPct val="90000"/>
        </a:lnSpc>
        <a:spcBef>
          <a:spcPts val="1000"/>
        </a:spcBef>
        <a:spcAft>
          <a:spcPts val="200"/>
        </a:spcAft>
        <a:buClr>
          <a:schemeClr val="accent2"/>
        </a:buClr>
        <a:buSzPct val="100000"/>
        <a:buFont typeface="에스코어 드림 4 Regular" panose="020B0503030302020204" pitchFamily="34" charset="-127"/>
        <a:buChar char=""/>
        <a:defRPr lang="en-US" altLang="ko-KR" sz="1400" kern="1200" smtClean="0">
          <a:solidFill>
            <a:schemeClr val="tx2"/>
          </a:solidFill>
          <a:latin typeface="+mn-lt"/>
          <a:ea typeface="+mn-ea"/>
          <a:cs typeface="+mn-cs"/>
        </a:defRPr>
      </a:lvl3pPr>
      <a:lvl4pPr marL="756000" indent="-216000" algn="l" defTabSz="914400" rtl="0" eaLnBrk="1" latinLnBrk="1" hangingPunct="1">
        <a:lnSpc>
          <a:spcPct val="90000"/>
        </a:lnSpc>
        <a:spcBef>
          <a:spcPts val="600"/>
        </a:spcBef>
        <a:buClr>
          <a:schemeClr val="accent2"/>
        </a:buClr>
        <a:buSzPct val="100000"/>
        <a:buFont typeface="에스코어 드림 4 Regular" panose="020B0503030302020204" pitchFamily="34" charset="-127"/>
        <a:buChar char=""/>
        <a:defRPr lang="en-US" altLang="ko-KR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16000" algn="l" defTabSz="914400" rtl="0" eaLnBrk="1" latinLnBrk="1" hangingPunct="1">
        <a:lnSpc>
          <a:spcPct val="90000"/>
        </a:lnSpc>
        <a:spcBef>
          <a:spcPts val="500"/>
        </a:spcBef>
        <a:buClr>
          <a:schemeClr val="accent2"/>
        </a:buClr>
        <a:buSzPct val="100000"/>
        <a:buFont typeface="에스코어 드림 4 Regular" panose="020B0503030302020204" pitchFamily="34" charset="-127"/>
        <a:buChar char=""/>
        <a:defRPr lang="en-US" altLang="ko-KR" sz="12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28600" indent="-228600" algn="l" defTabSz="914400" rtl="0" eaLnBrk="1" latinLnBrk="1" hangingPunct="1">
        <a:lnSpc>
          <a:spcPct val="85000"/>
        </a:lnSpc>
        <a:spcBef>
          <a:spcPts val="0"/>
        </a:spcBef>
        <a:buClr>
          <a:schemeClr val="bg1">
            <a:lumMod val="75000"/>
          </a:schemeClr>
        </a:buClr>
        <a:buSzPct val="100000"/>
        <a:buFont typeface="+mj-lt"/>
        <a:buAutoNum type="arabicPlain"/>
        <a:defRPr lang="ko-KR" altLang="en-US" sz="1300" kern="1200" dirty="0">
          <a:solidFill>
            <a:schemeClr val="tx1">
              <a:lumMod val="65000"/>
              <a:lumOff val="35000"/>
            </a:schemeClr>
          </a:solidFill>
          <a:latin typeface="Consolas" panose="020B0609020204030204" pitchFamily="49" charset="0"/>
          <a:ea typeface="+mn-ea"/>
          <a:cs typeface="+mn-cs"/>
        </a:defRPr>
      </a:lvl6pPr>
      <a:lvl7pPr marL="576000" indent="-288000" algn="l" defTabSz="914400" rtl="0" eaLnBrk="1" latinLnBrk="1" hangingPunct="1">
        <a:lnSpc>
          <a:spcPct val="90000"/>
        </a:lnSpc>
        <a:spcBef>
          <a:spcPts val="1800"/>
        </a:spcBef>
        <a:buSzPct val="140000"/>
        <a:buFontTx/>
        <a:buBlip>
          <a:blip r:embed="rId9"/>
        </a:buBlip>
        <a:defRPr lang="en-US" altLang="ko-KR" sz="1200" i="1" kern="1200" smtClean="0">
          <a:ln>
            <a:solidFill>
              <a:schemeClr val="bg1">
                <a:alpha val="0"/>
              </a:schemeClr>
            </a:solidFill>
          </a:ln>
          <a:solidFill>
            <a:schemeClr val="accent6"/>
          </a:solidFill>
          <a:latin typeface="+mn-lt"/>
          <a:ea typeface="+mn-ea"/>
          <a:cs typeface="+mn-cs"/>
        </a:defRPr>
      </a:lvl7pPr>
      <a:lvl8pPr marL="0" indent="0" algn="l" defTabSz="914400" rtl="0" eaLnBrk="1" latinLnBrk="1" hangingPunct="1">
        <a:lnSpc>
          <a:spcPct val="90000"/>
        </a:lnSpc>
        <a:spcBef>
          <a:spcPts val="2400"/>
        </a:spcBef>
        <a:buFont typeface="Arial" panose="020B0604020202020204" pitchFamily="34" charset="0"/>
        <a:buNone/>
        <a:defRPr lang="en-US" altLang="ko-KR" sz="1400" kern="1200" smtClean="0">
          <a:solidFill>
            <a:schemeClr val="accent2"/>
          </a:solidFill>
          <a:latin typeface="에스코어 드림 7 ExtraBold" panose="020B0803030302020204" pitchFamily="34" charset="-127"/>
          <a:ea typeface="에스코어 드림 7 ExtraBold" panose="020B0803030302020204" pitchFamily="34" charset="-127"/>
          <a:cs typeface="+mn-cs"/>
        </a:defRPr>
      </a:lvl8pPr>
      <a:lvl9pPr marL="0" indent="0" algn="l" defTabSz="914400" rtl="0" eaLnBrk="1" latinLnBrk="1" hangingPunct="1">
        <a:lnSpc>
          <a:spcPct val="90000"/>
        </a:lnSpc>
        <a:spcBef>
          <a:spcPts val="2400"/>
        </a:spcBef>
        <a:buFont typeface="Arial" panose="020B0604020202020204" pitchFamily="34" charset="0"/>
        <a:buNone/>
        <a:defRPr lang="en-US" altLang="ko-KR" sz="2000" kern="1200" smtClean="0">
          <a:solidFill>
            <a:schemeClr val="accent1"/>
          </a:solidFill>
          <a:latin typeface="+mj-ea"/>
          <a:ea typeface="+mj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ADBC-C6EF-92D1-7277-C80AD1604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6510" y="3473779"/>
            <a:ext cx="9339527" cy="925511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84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F85D-441F-8BEB-394F-6E609A68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77BA-17C0-F31A-2F69-E42263BB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F0E9C85D-05C0-284E-9233-445B3B3AE041}"/>
              </a:ext>
            </a:extLst>
          </p:cNvPr>
          <p:cNvSpPr txBox="1">
            <a:spLocks/>
          </p:cNvSpPr>
          <p:nvPr/>
        </p:nvSpPr>
        <p:spPr>
          <a:xfrm>
            <a:off x="730776" y="538023"/>
            <a:ext cx="994183" cy="24622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ts val="1200"/>
              </a:spcBef>
              <a:spcAft>
                <a:spcPts val="400"/>
              </a:spcAft>
              <a:buClr>
                <a:schemeClr val="accent2"/>
              </a:buClr>
              <a:buSzPct val="100000"/>
              <a:buFont typeface="에스코어 드림 4 Regular" panose="020B0503030302020204" pitchFamily="34" charset="-127"/>
              <a:buNone/>
              <a:defRPr lang="en-US" altLang="ko-KR" sz="1000" kern="1200">
                <a:solidFill>
                  <a:srgbClr val="009591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+mn-cs"/>
              </a:defRPr>
            </a:lvl1pPr>
            <a:lvl2pPr marL="468000" indent="-216000" algn="l" defTabSz="914400" rtl="0" eaLnBrk="1" latinLnBrk="1" hangingPunct="1">
              <a:lnSpc>
                <a:spcPct val="90000"/>
              </a:lnSpc>
              <a:spcBef>
                <a:spcPts val="800"/>
              </a:spcBef>
              <a:spcAft>
                <a:spcPts val="400"/>
              </a:spcAft>
              <a:buClr>
                <a:schemeClr val="accent2"/>
              </a:buClr>
              <a:buSzPct val="100000"/>
              <a:buFont typeface="에스코어 드림 4 Regular" panose="020B0503030302020204" pitchFamily="34" charset="-127"/>
              <a:buChar char=""/>
              <a:defRPr lang="en-US" altLang="ko-KR" sz="16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30000" indent="-2160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에스코어 드림 4 Regular" panose="020B0503030302020204" pitchFamily="34" charset="-127"/>
              <a:buChar char=""/>
              <a:defRPr lang="en-US" altLang="ko-KR" sz="1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56000" indent="-216000" algn="l" defTabSz="914400" rtl="0" eaLnBrk="1" latinLnBrk="1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SzPct val="100000"/>
              <a:buFont typeface="에스코어 드림 4 Regular" panose="020B0503030302020204" pitchFamily="34" charset="-127"/>
              <a:buChar char=""/>
              <a:defRPr lang="en-US" altLang="ko-K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6000" indent="-2160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00000"/>
              <a:buFont typeface="에스코어 드림 4 Regular" panose="020B0503030302020204" pitchFamily="34" charset="-127"/>
              <a:buChar char=""/>
              <a:defRPr lang="en-US" altLang="ko-K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" indent="-228600" algn="l" defTabSz="914400" rtl="0" eaLnBrk="1" latinLnBrk="1" hangingPunct="1">
              <a:lnSpc>
                <a:spcPct val="85000"/>
              </a:lnSpc>
              <a:spcBef>
                <a:spcPts val="0"/>
              </a:spcBef>
              <a:buClr>
                <a:schemeClr val="bg1">
                  <a:lumMod val="75000"/>
                </a:schemeClr>
              </a:buClr>
              <a:buSzPct val="100000"/>
              <a:buFont typeface="+mj-lt"/>
              <a:buAutoNum type="arabicPlain"/>
              <a:defRPr lang="ko-KR" altLang="en-US" sz="13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6pPr>
            <a:lvl7pPr marL="576000" indent="-288000" algn="l" defTabSz="914400" rtl="0" eaLnBrk="1" latinLnBrk="1" hangingPunct="1">
              <a:lnSpc>
                <a:spcPct val="90000"/>
              </a:lnSpc>
              <a:spcBef>
                <a:spcPts val="1800"/>
              </a:spcBef>
              <a:buSzPct val="140000"/>
              <a:buFontTx/>
              <a:buBlip>
                <a:blip r:embed="rId2"/>
              </a:buBlip>
              <a:defRPr lang="en-US" altLang="ko-KR" sz="1200" i="1" kern="120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1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en-US" altLang="ko-KR" sz="1400" kern="1200" smtClean="0">
                <a:solidFill>
                  <a:schemeClr val="accent2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n-cs"/>
              </a:defRPr>
            </a:lvl8pPr>
            <a:lvl9pPr marL="0" indent="0" algn="l" defTabSz="914400" rtl="0" eaLnBrk="1" latinLnBrk="1" hangingPunct="1">
              <a:lnSpc>
                <a:spcPct val="90000"/>
              </a:lnSpc>
              <a:spcBef>
                <a:spcPts val="2400"/>
              </a:spcBef>
              <a:buFont typeface="Arial" panose="020B0604020202020204" pitchFamily="34" charset="0"/>
              <a:buNone/>
              <a:defRPr lang="en-US" altLang="ko-KR" sz="2000" kern="120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9pPr>
          </a:lstStyle>
          <a:p>
            <a:r>
              <a:rPr lang="en-US" altLang="ko-KR"/>
              <a:t>1. </a:t>
            </a:r>
            <a:r>
              <a:rPr lang="ko-KR" altLang="en-US"/>
              <a:t>차시 소제목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062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1C1C1C"/>
      </a:dk1>
      <a:lt1>
        <a:sysClr val="window" lastClr="FFFFFF"/>
      </a:lt1>
      <a:dk2>
        <a:srgbClr val="1F497D"/>
      </a:dk2>
      <a:lt2>
        <a:srgbClr val="EEECE1"/>
      </a:lt2>
      <a:accent1>
        <a:srgbClr val="009591"/>
      </a:accent1>
      <a:accent2>
        <a:srgbClr val="ED1551"/>
      </a:accent2>
      <a:accent3>
        <a:srgbClr val="246DC6"/>
      </a:accent3>
      <a:accent4>
        <a:srgbClr val="8064A2"/>
      </a:accent4>
      <a:accent5>
        <a:srgbClr val="E2AC00"/>
      </a:accent5>
      <a:accent6>
        <a:srgbClr val="1A95C0"/>
      </a:accent6>
      <a:hlink>
        <a:srgbClr val="8064A2"/>
      </a:hlink>
      <a:folHlink>
        <a:srgbClr val="4BACC6"/>
      </a:folHlink>
    </a:clrScheme>
    <a:fontScheme name="Custom 5">
      <a:majorFont>
        <a:latin typeface="에스코어 드림 9 Black"/>
        <a:ea typeface="에스코어 드림 9 Black"/>
        <a:cs typeface=""/>
      </a:majorFont>
      <a:minorFont>
        <a:latin typeface="에스코어 드림 4 Regular"/>
        <a:ea typeface="에스코어 드림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에스코어 드림 4 Regular</vt:lpstr>
      <vt:lpstr>에스코어 드림 7 ExtraBold</vt:lpstr>
      <vt:lpstr>에스코어 드림 9 Black</vt:lpstr>
      <vt:lpstr>원신한 Light</vt:lpstr>
      <vt:lpstr>Arial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문형 배</dc:creator>
  <cp:lastModifiedBy>문형 배</cp:lastModifiedBy>
  <cp:revision>29</cp:revision>
  <dcterms:created xsi:type="dcterms:W3CDTF">2025-07-18T17:47:42Z</dcterms:created>
  <dcterms:modified xsi:type="dcterms:W3CDTF">2025-07-21T15:36:53Z</dcterms:modified>
</cp:coreProperties>
</file>