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7"/>
  </p:notesMasterIdLst>
  <p:sldIdLst>
    <p:sldId id="256" r:id="rId2"/>
    <p:sldId id="257" r:id="rId3"/>
    <p:sldId id="258" r:id="rId4"/>
    <p:sldId id="260" r:id="rId5"/>
    <p:sldId id="259" r:id="rId6"/>
  </p:sldIdLst>
  <p:sldSz cx="18288000" cy="10287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4ADE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418" autoAdjust="0"/>
    <p:restoredTop sz="94660"/>
  </p:normalViewPr>
  <p:slideViewPr>
    <p:cSldViewPr snapToGrid="0">
      <p:cViewPr varScale="1">
        <p:scale>
          <a:sx n="92" d="100"/>
          <a:sy n="92" d="100"/>
        </p:scale>
        <p:origin x="99" y="21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CF6306B-74C6-467E-AC1D-970CEB081CA9}" type="datetimeFigureOut">
              <a:rPr lang="ko-KR" altLang="en-US" smtClean="0"/>
              <a:t>2026-06-04</a:t>
            </a:fld>
            <a:endParaRPr lang="ko-KR" alt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C8E56B3-4FDC-4FC9-99AE-3F62F3E690E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275574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8E56B3-4FDC-4FC9-99AE-3F62F3E690E9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5491615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>
            <a:extLst>
              <a:ext uri="{FF2B5EF4-FFF2-40B4-BE49-F238E27FC236}">
                <a16:creationId xmlns:a16="http://schemas.microsoft.com/office/drawing/2014/main" id="{D5E58260-8E59-66D7-74A7-76951B2ACCE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1257300" y="4918269"/>
            <a:ext cx="15773400" cy="1505462"/>
          </a:xfrm>
        </p:spPr>
        <p:txBody>
          <a:bodyPr anchor="ctr" anchorCtr="0">
            <a:noAutofit/>
          </a:bodyPr>
          <a:lstStyle>
            <a:lvl1pPr algn="ctr">
              <a:defRPr sz="8000">
                <a:solidFill>
                  <a:schemeClr val="tx1"/>
                </a:solidFill>
              </a:defRPr>
            </a:lvl1pPr>
          </a:lstStyle>
          <a:p>
            <a:r>
              <a:rPr lang="en-US" altLang="ko-KR"/>
              <a:t>Title</a:t>
            </a:r>
            <a:endParaRPr lang="en-US" dirty="0"/>
          </a:p>
        </p:txBody>
      </p:sp>
      <p:sp>
        <p:nvSpPr>
          <p:cNvPr id="3" name="{&quot;id&quot;: &quot;subtitle&quot;, &quot;show_anyway&quot;: true}"/>
          <p:cNvSpPr>
            <a:spLocks noGrp="1"/>
          </p:cNvSpPr>
          <p:nvPr>
            <p:ph type="subTitle" idx="1"/>
          </p:nvPr>
        </p:nvSpPr>
        <p:spPr>
          <a:xfrm>
            <a:off x="1257300" y="7202049"/>
            <a:ext cx="15773400" cy="803275"/>
          </a:xfrm>
        </p:spPr>
        <p:txBody>
          <a:bodyPr>
            <a:noAutofit/>
          </a:bodyPr>
          <a:lstStyle>
            <a:lvl1pPr marL="0" indent="0" algn="ctr">
              <a:buNone/>
              <a:defRPr sz="4500">
                <a:solidFill>
                  <a:srgbClr val="C4ADEC"/>
                </a:solidFill>
              </a:defRPr>
            </a:lvl1pPr>
            <a:lvl2pPr marL="685800" indent="0" algn="ctr">
              <a:buNone/>
              <a:defRPr sz="3000"/>
            </a:lvl2pPr>
            <a:lvl3pPr marL="1371600" indent="0" algn="ctr">
              <a:buNone/>
              <a:defRPr sz="2700"/>
            </a:lvl3pPr>
            <a:lvl4pPr marL="2057400" indent="0" algn="ctr">
              <a:buNone/>
              <a:defRPr sz="2400"/>
            </a:lvl4pPr>
            <a:lvl5pPr marL="2743200" indent="0" algn="ctr">
              <a:buNone/>
              <a:defRPr sz="2400"/>
            </a:lvl5pPr>
            <a:lvl6pPr marL="3429000" indent="0" algn="ctr">
              <a:buNone/>
              <a:defRPr sz="2400"/>
            </a:lvl6pPr>
            <a:lvl7pPr marL="4114800" indent="0" algn="ctr">
              <a:buNone/>
              <a:defRPr sz="2400"/>
            </a:lvl7pPr>
            <a:lvl8pPr marL="4800600" indent="0" algn="ctr">
              <a:buNone/>
              <a:defRPr sz="2400"/>
            </a:lvl8pPr>
            <a:lvl9pPr marL="5486400" indent="0" algn="ctr">
              <a:buNone/>
              <a:defRPr sz="2400"/>
            </a:lvl9pPr>
          </a:lstStyle>
          <a:p>
            <a:r>
              <a:rPr lang="en-US" altLang="ko-KR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1923770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38732" y="963161"/>
            <a:ext cx="16220567" cy="838199"/>
          </a:xfrm>
        </p:spPr>
        <p:txBody>
          <a:bodyPr/>
          <a:lstStyle/>
          <a:p>
            <a:r>
              <a:rPr lang="en-US" altLang="ko-KR"/>
              <a:t>Click to edit Master title style</a:t>
            </a:r>
            <a:endParaRPr lang="en-US" dirty="0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93E1D564-4D00-A64B-2DFD-EBB821118252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059007" y="2694211"/>
            <a:ext cx="16199755" cy="6629628"/>
          </a:xfrm>
        </p:spPr>
        <p:txBody>
          <a:bodyPr/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717322-989C-47ED-BB0F-518C2D36CB8E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7" name="Freeform 3">
            <a:extLst>
              <a:ext uri="{FF2B5EF4-FFF2-40B4-BE49-F238E27FC236}">
                <a16:creationId xmlns:a16="http://schemas.microsoft.com/office/drawing/2014/main" id="{39330F65-68E4-2BCC-278E-CC4DF279D81B}"/>
              </a:ext>
            </a:extLst>
          </p:cNvPr>
          <p:cNvSpPr/>
          <p:nvPr userDrawn="1"/>
        </p:nvSpPr>
        <p:spPr>
          <a:xfrm>
            <a:off x="0" y="0"/>
            <a:ext cx="18287996" cy="70310"/>
          </a:xfrm>
          <a:custGeom>
            <a:avLst/>
            <a:gdLst/>
            <a:ahLst/>
            <a:cxnLst/>
            <a:rect l="l" t="t" r="r" b="b"/>
            <a:pathLst>
              <a:path w="4816592" h="18518">
                <a:moveTo>
                  <a:pt x="0" y="0"/>
                </a:moveTo>
                <a:lnTo>
                  <a:pt x="4816592" y="0"/>
                </a:lnTo>
                <a:lnTo>
                  <a:pt x="4816592" y="18518"/>
                </a:lnTo>
                <a:lnTo>
                  <a:pt x="0" y="18518"/>
                </a:lnTo>
                <a:close/>
              </a:path>
            </a:pathLst>
          </a:custGeom>
          <a:solidFill>
            <a:srgbClr val="37146D"/>
          </a:solidFill>
        </p:spPr>
        <p:txBody>
          <a:bodyPr/>
          <a:lstStyle/>
          <a:p>
            <a:endParaRPr lang="ko-KR" altLang="en-US"/>
          </a:p>
        </p:txBody>
      </p:sp>
      <p:sp>
        <p:nvSpPr>
          <p:cNvPr id="10" name="AutoShape 2">
            <a:extLst>
              <a:ext uri="{FF2B5EF4-FFF2-40B4-BE49-F238E27FC236}">
                <a16:creationId xmlns:a16="http://schemas.microsoft.com/office/drawing/2014/main" id="{2F363B5A-7305-ADF7-E121-91C3EAD669B4}"/>
              </a:ext>
            </a:extLst>
          </p:cNvPr>
          <p:cNvSpPr/>
          <p:nvPr userDrawn="1"/>
        </p:nvSpPr>
        <p:spPr>
          <a:xfrm flipV="1">
            <a:off x="1038733" y="2228958"/>
            <a:ext cx="16220567" cy="0"/>
          </a:xfrm>
          <a:prstGeom prst="line">
            <a:avLst/>
          </a:prstGeom>
          <a:ln w="19050" cap="flat">
            <a:solidFill>
              <a:srgbClr val="222222">
                <a:alpha val="14902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448986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O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38732" y="963159"/>
            <a:ext cx="16220030" cy="1110736"/>
          </a:xfrm>
        </p:spPr>
        <p:txBody>
          <a:bodyPr/>
          <a:lstStyle>
            <a:lvl1pPr>
              <a:defRPr sz="6000"/>
            </a:lvl1pPr>
          </a:lstStyle>
          <a:p>
            <a:r>
              <a:rPr lang="en-US" altLang="ko-KR"/>
              <a:t>Click to edit Master title style</a:t>
            </a:r>
            <a:endParaRPr lang="en-US" dirty="0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93E1D564-4D00-A64B-2DFD-EBB821118252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059007" y="2694211"/>
            <a:ext cx="16199755" cy="6629628"/>
          </a:xfrm>
        </p:spPr>
        <p:txBody>
          <a:bodyPr/>
          <a:lstStyle>
            <a:lvl1pPr>
              <a:buFont typeface="+mj-lt"/>
              <a:buAutoNum type="arabicPeriod"/>
              <a:defRPr lang="en-US" altLang="ko-KR" sz="3800" kern="1200" spc="-100" baseline="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>
              <a:buFont typeface="+mj-lt"/>
              <a:buAutoNum type="arabicPeriod"/>
              <a:defRPr lang="en-US" altLang="ko-KR"/>
            </a:lvl2pPr>
            <a:lvl3pPr>
              <a:buFont typeface="+mj-lt"/>
              <a:buAutoNum type="arabicPeriod"/>
              <a:defRPr lang="en-US" altLang="ko-KR"/>
            </a:lvl3pPr>
            <a:lvl4pPr>
              <a:buFont typeface="+mj-lt"/>
              <a:buAutoNum type="arabicPeriod"/>
              <a:defRPr lang="en-US" altLang="ko-KR"/>
            </a:lvl4pPr>
            <a:lvl5pPr>
              <a:buFont typeface="+mj-lt"/>
              <a:buAutoNum type="arabicPeriod"/>
              <a:defRPr lang="ko-KR" altLang="en-US"/>
            </a:lvl5pPr>
          </a:lstStyle>
          <a:p>
            <a:pPr marL="720000" lvl="0" indent="-720000" algn="l" defTabSz="720000" rtl="0" eaLnBrk="1" latinLnBrk="1" hangingPunct="1">
              <a:lnSpc>
                <a:spcPct val="120000"/>
              </a:lnSpc>
              <a:spcBef>
                <a:spcPts val="768"/>
              </a:spcBef>
              <a:spcAft>
                <a:spcPts val="300"/>
              </a:spcAft>
              <a:buClr>
                <a:srgbClr val="C4ADEC"/>
              </a:buClr>
              <a:buFont typeface="+mj-lt"/>
              <a:buAutoNum type="arabicPlain"/>
              <a:tabLst>
                <a:tab pos="900000" algn="l"/>
                <a:tab pos="16200000" algn="r"/>
              </a:tabLst>
            </a:pPr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 altLang="en-US"/>
          </a:p>
        </p:txBody>
      </p:sp>
      <p:sp>
        <p:nvSpPr>
          <p:cNvPr id="7" name="Freeform 3">
            <a:extLst>
              <a:ext uri="{FF2B5EF4-FFF2-40B4-BE49-F238E27FC236}">
                <a16:creationId xmlns:a16="http://schemas.microsoft.com/office/drawing/2014/main" id="{39330F65-68E4-2BCC-278E-CC4DF279D81B}"/>
              </a:ext>
            </a:extLst>
          </p:cNvPr>
          <p:cNvSpPr/>
          <p:nvPr userDrawn="1"/>
        </p:nvSpPr>
        <p:spPr>
          <a:xfrm>
            <a:off x="0" y="0"/>
            <a:ext cx="18287996" cy="70310"/>
          </a:xfrm>
          <a:custGeom>
            <a:avLst/>
            <a:gdLst/>
            <a:ahLst/>
            <a:cxnLst/>
            <a:rect l="l" t="t" r="r" b="b"/>
            <a:pathLst>
              <a:path w="4816592" h="18518">
                <a:moveTo>
                  <a:pt x="0" y="0"/>
                </a:moveTo>
                <a:lnTo>
                  <a:pt x="4816592" y="0"/>
                </a:lnTo>
                <a:lnTo>
                  <a:pt x="4816592" y="18518"/>
                </a:lnTo>
                <a:lnTo>
                  <a:pt x="0" y="18518"/>
                </a:lnTo>
                <a:close/>
              </a:path>
            </a:pathLst>
          </a:custGeom>
          <a:solidFill>
            <a:srgbClr val="37146D"/>
          </a:solidFill>
        </p:spPr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27563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Graphic 12">
            <a:extLst>
              <a:ext uri="{FF2B5EF4-FFF2-40B4-BE49-F238E27FC236}">
                <a16:creationId xmlns:a16="http://schemas.microsoft.com/office/drawing/2014/main" id="{3DF37F9E-B47C-6512-2565-57D01DBC90D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266825" y="5272253"/>
            <a:ext cx="15754350" cy="1054735"/>
          </a:xfrm>
        </p:spPr>
        <p:txBody>
          <a:bodyPr anchor="ctr"/>
          <a:lstStyle>
            <a:lvl1pPr algn="ctr">
              <a:defRPr sz="7000">
                <a:solidFill>
                  <a:schemeClr val="bg1"/>
                </a:solidFill>
              </a:defRPr>
            </a:lvl1pPr>
          </a:lstStyle>
          <a:p>
            <a:r>
              <a:rPr lang="en-US" altLang="ko-KR"/>
              <a:t>Section Header</a:t>
            </a:r>
            <a:endParaRPr lang="en-US" dirty="0"/>
          </a:p>
        </p:txBody>
      </p:sp>
      <p:sp>
        <p:nvSpPr>
          <p:cNvPr id="3" name="{&quot;id&quot;: &quot;section_index&quot;, &quot;show_anyway&quot;: false}"/>
          <p:cNvSpPr>
            <a:spLocks noGrp="1"/>
          </p:cNvSpPr>
          <p:nvPr>
            <p:ph type="body" idx="1" hasCustomPrompt="1"/>
          </p:nvPr>
        </p:nvSpPr>
        <p:spPr>
          <a:xfrm>
            <a:off x="8077200" y="3295883"/>
            <a:ext cx="2133600" cy="1218052"/>
          </a:xfrm>
        </p:spPr>
        <p:txBody>
          <a:bodyPr anchor="ctr"/>
          <a:lstStyle>
            <a:lvl1pPr marL="0" indent="0" algn="ctr">
              <a:buNone/>
              <a:defRPr sz="8000">
                <a:solidFill>
                  <a:srgbClr val="C4ADEC"/>
                </a:solidFill>
                <a:latin typeface="+mj-ea"/>
                <a:ea typeface="+mj-ea"/>
              </a:defRPr>
            </a:lvl1pPr>
            <a:lvl2pPr marL="685800" indent="0">
              <a:buNone/>
              <a:defRPr sz="3000">
                <a:solidFill>
                  <a:schemeClr val="tx1">
                    <a:tint val="75000"/>
                  </a:schemeClr>
                </a:solidFill>
              </a:defRPr>
            </a:lvl2pPr>
            <a:lvl3pPr marL="1371600" indent="0">
              <a:buNone/>
              <a:defRPr sz="2700">
                <a:solidFill>
                  <a:schemeClr val="tx1">
                    <a:tint val="75000"/>
                  </a:schemeClr>
                </a:solidFill>
              </a:defRPr>
            </a:lvl3pPr>
            <a:lvl4pPr marL="20574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4pPr>
            <a:lvl5pPr marL="27432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5pPr>
            <a:lvl6pPr marL="34290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6pPr>
            <a:lvl7pPr marL="41148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7pPr>
            <a:lvl8pPr marL="48006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8pPr>
            <a:lvl9pPr marL="54864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ko-KR"/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3211949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38732" y="963161"/>
            <a:ext cx="16220567" cy="838199"/>
          </a:xfrm>
        </p:spPr>
        <p:txBody>
          <a:bodyPr/>
          <a:lstStyle/>
          <a:p>
            <a:r>
              <a:rPr lang="en-US" altLang="ko-KR"/>
              <a:t>Click to edit Master title style</a:t>
            </a:r>
            <a:endParaRPr lang="en-US" dirty="0"/>
          </a:p>
        </p:txBody>
      </p:sp>
      <p:sp>
        <p:nvSpPr>
          <p:cNvPr id="3" name="{&quot;grow&quot;: 6, &quot;margin&quot;: 0.3, &quot;align&quot;: 4}"/>
          <p:cNvSpPr>
            <a:spLocks noGrp="1"/>
          </p:cNvSpPr>
          <p:nvPr>
            <p:ph sz="half" idx="1"/>
          </p:nvPr>
        </p:nvSpPr>
        <p:spPr>
          <a:xfrm>
            <a:off x="1059007" y="2694211"/>
            <a:ext cx="8034191" cy="6629628"/>
          </a:xfrm>
        </p:spPr>
        <p:txBody>
          <a:bodyPr/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en-US" dirty="0"/>
          </a:p>
        </p:txBody>
      </p:sp>
      <p:sp>
        <p:nvSpPr>
          <p:cNvPr id="4" name="{&quot;grow&quot;: 4, &quot;margin&quot;: 0.3, &quot;align&quot;: 6}"/>
          <p:cNvSpPr>
            <a:spLocks noGrp="1"/>
          </p:cNvSpPr>
          <p:nvPr>
            <p:ph sz="half" idx="2"/>
          </p:nvPr>
        </p:nvSpPr>
        <p:spPr>
          <a:xfrm>
            <a:off x="9225109" y="2694210"/>
            <a:ext cx="8034191" cy="6629628"/>
          </a:xfrm>
        </p:spPr>
        <p:txBody>
          <a:bodyPr/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717322-989C-47ED-BB0F-518C2D36CB8E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8" name="AutoShape 2">
            <a:extLst>
              <a:ext uri="{FF2B5EF4-FFF2-40B4-BE49-F238E27FC236}">
                <a16:creationId xmlns:a16="http://schemas.microsoft.com/office/drawing/2014/main" id="{27A7DB18-2250-35DD-5E04-4DC14F1089EF}"/>
              </a:ext>
            </a:extLst>
          </p:cNvPr>
          <p:cNvSpPr/>
          <p:nvPr userDrawn="1"/>
        </p:nvSpPr>
        <p:spPr>
          <a:xfrm flipV="1">
            <a:off x="1038733" y="2228958"/>
            <a:ext cx="16220567" cy="0"/>
          </a:xfrm>
          <a:prstGeom prst="line">
            <a:avLst/>
          </a:prstGeom>
          <a:ln w="19050" cap="flat">
            <a:solidFill>
              <a:srgbClr val="222222">
                <a:alpha val="14902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Freeform 3">
            <a:extLst>
              <a:ext uri="{FF2B5EF4-FFF2-40B4-BE49-F238E27FC236}">
                <a16:creationId xmlns:a16="http://schemas.microsoft.com/office/drawing/2014/main" id="{B4854331-0196-7924-6232-FBA122803F7C}"/>
              </a:ext>
            </a:extLst>
          </p:cNvPr>
          <p:cNvSpPr/>
          <p:nvPr userDrawn="1"/>
        </p:nvSpPr>
        <p:spPr>
          <a:xfrm>
            <a:off x="0" y="0"/>
            <a:ext cx="18287996" cy="70310"/>
          </a:xfrm>
          <a:custGeom>
            <a:avLst/>
            <a:gdLst/>
            <a:ahLst/>
            <a:cxnLst/>
            <a:rect l="l" t="t" r="r" b="b"/>
            <a:pathLst>
              <a:path w="4816592" h="18518">
                <a:moveTo>
                  <a:pt x="0" y="0"/>
                </a:moveTo>
                <a:lnTo>
                  <a:pt x="4816592" y="0"/>
                </a:lnTo>
                <a:lnTo>
                  <a:pt x="4816592" y="18518"/>
                </a:lnTo>
                <a:lnTo>
                  <a:pt x="0" y="18518"/>
                </a:lnTo>
                <a:close/>
              </a:path>
            </a:pathLst>
          </a:custGeom>
          <a:solidFill>
            <a:srgbClr val="37146D"/>
          </a:solidFill>
        </p:spPr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581028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59682" y="547688"/>
            <a:ext cx="15773400" cy="1988345"/>
          </a:xfrm>
        </p:spPr>
        <p:txBody>
          <a:bodyPr/>
          <a:lstStyle/>
          <a:p>
            <a:r>
              <a:rPr lang="en-US" altLang="ko-KR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59683" y="2521745"/>
            <a:ext cx="7736681" cy="1235868"/>
          </a:xfrm>
        </p:spPr>
        <p:txBody>
          <a:bodyPr anchor="b"/>
          <a:lstStyle>
            <a:lvl1pPr marL="0" indent="0">
              <a:buNone/>
              <a:defRPr sz="3600" b="1"/>
            </a:lvl1pPr>
            <a:lvl2pPr marL="685800" indent="0">
              <a:buNone/>
              <a:defRPr sz="3000" b="1"/>
            </a:lvl2pPr>
            <a:lvl3pPr marL="1371600" indent="0">
              <a:buNone/>
              <a:defRPr sz="2700" b="1"/>
            </a:lvl3pPr>
            <a:lvl4pPr marL="2057400" indent="0">
              <a:buNone/>
              <a:defRPr sz="2400" b="1"/>
            </a:lvl4pPr>
            <a:lvl5pPr marL="2743200" indent="0">
              <a:buNone/>
              <a:defRPr sz="2400" b="1"/>
            </a:lvl5pPr>
            <a:lvl6pPr marL="3429000" indent="0">
              <a:buNone/>
              <a:defRPr sz="2400" b="1"/>
            </a:lvl6pPr>
            <a:lvl7pPr marL="4114800" indent="0">
              <a:buNone/>
              <a:defRPr sz="2400" b="1"/>
            </a:lvl7pPr>
            <a:lvl8pPr marL="4800600" indent="0">
              <a:buNone/>
              <a:defRPr sz="2400" b="1"/>
            </a:lvl8pPr>
            <a:lvl9pPr marL="5486400" indent="0">
              <a:buNone/>
              <a:defRPr sz="2400" b="1"/>
            </a:lvl9pPr>
          </a:lstStyle>
          <a:p>
            <a:pPr lvl="0"/>
            <a:r>
              <a:rPr lang="en-US" altLang="ko-KR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59683" y="3757613"/>
            <a:ext cx="7736681" cy="5526882"/>
          </a:xfrm>
        </p:spPr>
        <p:txBody>
          <a:bodyPr/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9258300" y="2521745"/>
            <a:ext cx="7774782" cy="1235868"/>
          </a:xfrm>
        </p:spPr>
        <p:txBody>
          <a:bodyPr anchor="b"/>
          <a:lstStyle>
            <a:lvl1pPr marL="0" indent="0">
              <a:buNone/>
              <a:defRPr sz="3600" b="1"/>
            </a:lvl1pPr>
            <a:lvl2pPr marL="685800" indent="0">
              <a:buNone/>
              <a:defRPr sz="3000" b="1"/>
            </a:lvl2pPr>
            <a:lvl3pPr marL="1371600" indent="0">
              <a:buNone/>
              <a:defRPr sz="2700" b="1"/>
            </a:lvl3pPr>
            <a:lvl4pPr marL="2057400" indent="0">
              <a:buNone/>
              <a:defRPr sz="2400" b="1"/>
            </a:lvl4pPr>
            <a:lvl5pPr marL="2743200" indent="0">
              <a:buNone/>
              <a:defRPr sz="2400" b="1"/>
            </a:lvl5pPr>
            <a:lvl6pPr marL="3429000" indent="0">
              <a:buNone/>
              <a:defRPr sz="2400" b="1"/>
            </a:lvl6pPr>
            <a:lvl7pPr marL="4114800" indent="0">
              <a:buNone/>
              <a:defRPr sz="2400" b="1"/>
            </a:lvl7pPr>
            <a:lvl8pPr marL="4800600" indent="0">
              <a:buNone/>
              <a:defRPr sz="2400" b="1"/>
            </a:lvl8pPr>
            <a:lvl9pPr marL="5486400" indent="0">
              <a:buNone/>
              <a:defRPr sz="2400" b="1"/>
            </a:lvl9pPr>
          </a:lstStyle>
          <a:p>
            <a:pPr lvl="0"/>
            <a:r>
              <a:rPr lang="en-US" altLang="ko-KR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9258300" y="3757613"/>
            <a:ext cx="7774782" cy="5526882"/>
          </a:xfrm>
        </p:spPr>
        <p:txBody>
          <a:bodyPr/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1257300" y="9534526"/>
            <a:ext cx="4114800" cy="547688"/>
          </a:xfrm>
          <a:prstGeom prst="rect">
            <a:avLst/>
          </a:prstGeom>
        </p:spPr>
        <p:txBody>
          <a:bodyPr/>
          <a:lstStyle/>
          <a:p>
            <a:fld id="{FCBE9B9B-CD13-41F7-AB29-0ED4C0FF6443}" type="datetimeFigureOut">
              <a:rPr lang="ko-KR" altLang="en-US" smtClean="0"/>
              <a:t>2026-06-04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6057900" y="9534526"/>
            <a:ext cx="6172200" cy="547688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717322-989C-47ED-BB0F-518C2D36CB8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803993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38731" y="963160"/>
            <a:ext cx="16220030" cy="1110736"/>
          </a:xfrm>
        </p:spPr>
        <p:txBody>
          <a:bodyPr>
            <a:noAutofit/>
          </a:bodyPr>
          <a:lstStyle>
            <a:lvl1pPr>
              <a:defRPr sz="6100"/>
            </a:lvl1pPr>
          </a:lstStyle>
          <a:p>
            <a:r>
              <a:rPr lang="en-US" altLang="ko-KR"/>
              <a:t>Click to edit Master title style</a:t>
            </a:r>
            <a:endParaRPr lang="en-US" dirty="0"/>
          </a:p>
        </p:txBody>
      </p:sp>
      <p:sp>
        <p:nvSpPr>
          <p:cNvPr id="6" name="Freeform 3">
            <a:extLst>
              <a:ext uri="{FF2B5EF4-FFF2-40B4-BE49-F238E27FC236}">
                <a16:creationId xmlns:a16="http://schemas.microsoft.com/office/drawing/2014/main" id="{0E261F7F-7899-ADC0-B517-5E85DA0F1005}"/>
              </a:ext>
            </a:extLst>
          </p:cNvPr>
          <p:cNvSpPr/>
          <p:nvPr userDrawn="1"/>
        </p:nvSpPr>
        <p:spPr>
          <a:xfrm>
            <a:off x="0" y="0"/>
            <a:ext cx="18287996" cy="70310"/>
          </a:xfrm>
          <a:custGeom>
            <a:avLst/>
            <a:gdLst/>
            <a:ahLst/>
            <a:cxnLst/>
            <a:rect l="l" t="t" r="r" b="b"/>
            <a:pathLst>
              <a:path w="4816592" h="18518">
                <a:moveTo>
                  <a:pt x="0" y="0"/>
                </a:moveTo>
                <a:lnTo>
                  <a:pt x="4816592" y="0"/>
                </a:lnTo>
                <a:lnTo>
                  <a:pt x="4816592" y="18518"/>
                </a:lnTo>
                <a:lnTo>
                  <a:pt x="0" y="18518"/>
                </a:lnTo>
                <a:close/>
              </a:path>
            </a:pathLst>
          </a:custGeom>
          <a:solidFill>
            <a:srgbClr val="37146D"/>
          </a:solidFill>
        </p:spPr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15279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phic 6">
            <a:extLst>
              <a:ext uri="{FF2B5EF4-FFF2-40B4-BE49-F238E27FC236}">
                <a16:creationId xmlns:a16="http://schemas.microsoft.com/office/drawing/2014/main" id="{DBE00903-F2AE-3426-11DB-80A666D5A3D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D4C05B0-FFF0-B643-9F04-A6A11EBBD0D6}"/>
              </a:ext>
            </a:extLst>
          </p:cNvPr>
          <p:cNvSpPr txBox="1"/>
          <p:nvPr userDrawn="1"/>
        </p:nvSpPr>
        <p:spPr>
          <a:xfrm>
            <a:off x="617256" y="4762500"/>
            <a:ext cx="17053487" cy="11931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280"/>
              </a:lnSpc>
            </a:pPr>
            <a:r>
              <a:rPr lang="en-US" sz="8000" b="1" spc="-328" dirty="0" err="1">
                <a:solidFill>
                  <a:srgbClr val="FFFFFF"/>
                </a:solidFill>
                <a:latin typeface="Paperlogy Semi-Bold"/>
                <a:ea typeface="Paperlogy Semi-Bold"/>
                <a:cs typeface="Paperlogy Semi-Bold"/>
                <a:sym typeface="Paperlogy Semi-Bold"/>
              </a:rPr>
              <a:t>수고하셨습니다</a:t>
            </a:r>
            <a:r>
              <a:rPr lang="en-US" sz="8000" b="1" spc="-328" dirty="0">
                <a:solidFill>
                  <a:srgbClr val="FFFFFF"/>
                </a:solidFill>
                <a:latin typeface="Paperlogy Semi-Bold"/>
                <a:ea typeface="Paperlogy Semi-Bold"/>
                <a:cs typeface="Paperlogy Semi-Bold"/>
                <a:sym typeface="Paperlogy Semi-Bold"/>
              </a:rPr>
              <a:t>.</a:t>
            </a:r>
          </a:p>
        </p:txBody>
      </p:sp>
      <p:sp>
        <p:nvSpPr>
          <p:cNvPr id="6" name="Freeform 6">
            <a:extLst>
              <a:ext uri="{FF2B5EF4-FFF2-40B4-BE49-F238E27FC236}">
                <a16:creationId xmlns:a16="http://schemas.microsoft.com/office/drawing/2014/main" id="{8B1C0D27-9956-EAD6-6ACB-76738F09123E}"/>
              </a:ext>
            </a:extLst>
          </p:cNvPr>
          <p:cNvSpPr/>
          <p:nvPr userDrawn="1"/>
        </p:nvSpPr>
        <p:spPr>
          <a:xfrm>
            <a:off x="8725524" y="3240569"/>
            <a:ext cx="836950" cy="901157"/>
          </a:xfrm>
          <a:custGeom>
            <a:avLst/>
            <a:gdLst/>
            <a:ahLst/>
            <a:cxnLst/>
            <a:rect l="l" t="t" r="r" b="b"/>
            <a:pathLst>
              <a:path w="836950" h="901157">
                <a:moveTo>
                  <a:pt x="0" y="0"/>
                </a:moveTo>
                <a:lnTo>
                  <a:pt x="836950" y="0"/>
                </a:lnTo>
                <a:lnTo>
                  <a:pt x="836950" y="901158"/>
                </a:lnTo>
                <a:lnTo>
                  <a:pt x="0" y="90115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991859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38732" y="963162"/>
            <a:ext cx="16220567" cy="838199"/>
          </a:xfrm>
        </p:spPr>
        <p:txBody>
          <a:bodyPr anchor="b"/>
          <a:lstStyle>
            <a:lvl1pPr>
              <a:defRPr sz="5000"/>
            </a:lvl1pPr>
          </a:lstStyle>
          <a:p>
            <a:r>
              <a:rPr lang="en-US" altLang="ko-KR"/>
              <a:t>Click to edit Master title style</a:t>
            </a:r>
            <a:endParaRPr lang="en-US" dirty="0"/>
          </a:p>
        </p:txBody>
      </p:sp>
      <p:sp>
        <p:nvSpPr>
          <p:cNvPr id="15" name="{&quot;grow&quot;: 6, &quot;margin&quot;: 0.1}">
            <a:extLst>
              <a:ext uri="{FF2B5EF4-FFF2-40B4-BE49-F238E27FC236}">
                <a16:creationId xmlns:a16="http://schemas.microsoft.com/office/drawing/2014/main" id="{AAC37DB2-BE2E-8033-0DF9-032ED7FAA79C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1059007" y="2694210"/>
            <a:ext cx="4909993" cy="6629628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2000"/>
            </a:lvl7pPr>
            <a:lvl8pPr>
              <a:defRPr sz="1800"/>
            </a:lvl8pPr>
            <a:lvl9pPr>
              <a:defRPr sz="2600"/>
            </a:lvl9pPr>
          </a:lstStyle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</a:p>
          <a:p>
            <a:pPr lvl="5"/>
            <a:r>
              <a:rPr lang="en-US" altLang="ko-KR"/>
              <a:t>Sixth level</a:t>
            </a:r>
          </a:p>
          <a:p>
            <a:pPr lvl="6"/>
            <a:r>
              <a:rPr lang="en-US" altLang="ko-KR"/>
              <a:t>Seventh level</a:t>
            </a:r>
          </a:p>
          <a:p>
            <a:pPr lvl="7"/>
            <a:r>
              <a:rPr lang="en-US" altLang="ko-KR"/>
              <a:t>Eighth level</a:t>
            </a:r>
          </a:p>
          <a:p>
            <a:pPr lvl="8"/>
            <a:r>
              <a:rPr lang="en-US" altLang="ko-KR"/>
              <a:t>Nineth level</a:t>
            </a:r>
            <a:endParaRPr lang="ko-KR" altLang="en-US"/>
          </a:p>
        </p:txBody>
      </p:sp>
      <p:sp>
        <p:nvSpPr>
          <p:cNvPr id="13" name="{&quot;align&quot;: 6, &quot;margin&quot;: 0.1}">
            <a:extLst>
              <a:ext uri="{FF2B5EF4-FFF2-40B4-BE49-F238E27FC236}">
                <a16:creationId xmlns:a16="http://schemas.microsoft.com/office/drawing/2014/main" id="{15282BB8-9F3E-D318-484F-31475E3357EB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1400" y="2694211"/>
            <a:ext cx="11137362" cy="6629628"/>
          </a:xfrm>
        </p:spPr>
        <p:txBody>
          <a:bodyPr/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717322-989C-47ED-BB0F-518C2D36CB8E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8" name="AutoShape 2">
            <a:extLst>
              <a:ext uri="{FF2B5EF4-FFF2-40B4-BE49-F238E27FC236}">
                <a16:creationId xmlns:a16="http://schemas.microsoft.com/office/drawing/2014/main" id="{CBDDB5FA-F95B-4A0C-1D6A-9A61A43757F3}"/>
              </a:ext>
            </a:extLst>
          </p:cNvPr>
          <p:cNvSpPr/>
          <p:nvPr userDrawn="1"/>
        </p:nvSpPr>
        <p:spPr>
          <a:xfrm flipV="1">
            <a:off x="1038733" y="2228958"/>
            <a:ext cx="16220567" cy="0"/>
          </a:xfrm>
          <a:prstGeom prst="line">
            <a:avLst/>
          </a:prstGeom>
          <a:ln w="19050" cap="flat">
            <a:solidFill>
              <a:srgbClr val="222222">
                <a:alpha val="14902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Freeform 3">
            <a:extLst>
              <a:ext uri="{FF2B5EF4-FFF2-40B4-BE49-F238E27FC236}">
                <a16:creationId xmlns:a16="http://schemas.microsoft.com/office/drawing/2014/main" id="{7FF4DAC2-EED7-FB1A-B0E4-5C060C03E12F}"/>
              </a:ext>
            </a:extLst>
          </p:cNvPr>
          <p:cNvSpPr/>
          <p:nvPr userDrawn="1"/>
        </p:nvSpPr>
        <p:spPr>
          <a:xfrm>
            <a:off x="0" y="0"/>
            <a:ext cx="18287996" cy="70310"/>
          </a:xfrm>
          <a:custGeom>
            <a:avLst/>
            <a:gdLst/>
            <a:ahLst/>
            <a:cxnLst/>
            <a:rect l="l" t="t" r="r" b="b"/>
            <a:pathLst>
              <a:path w="4816592" h="18518">
                <a:moveTo>
                  <a:pt x="0" y="0"/>
                </a:moveTo>
                <a:lnTo>
                  <a:pt x="4816592" y="0"/>
                </a:lnTo>
                <a:lnTo>
                  <a:pt x="4816592" y="18518"/>
                </a:lnTo>
                <a:lnTo>
                  <a:pt x="0" y="18518"/>
                </a:lnTo>
                <a:close/>
              </a:path>
            </a:pathLst>
          </a:custGeom>
          <a:solidFill>
            <a:srgbClr val="37146D"/>
          </a:solidFill>
        </p:spPr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667247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59683" y="685800"/>
            <a:ext cx="5898356" cy="2400300"/>
          </a:xfrm>
        </p:spPr>
        <p:txBody>
          <a:bodyPr anchor="b"/>
          <a:lstStyle>
            <a:lvl1pPr>
              <a:defRPr sz="4800"/>
            </a:lvl1pPr>
          </a:lstStyle>
          <a:p>
            <a:r>
              <a:rPr lang="en-US" altLang="ko-KR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774782" y="1481138"/>
            <a:ext cx="9258300" cy="7310438"/>
          </a:xfrm>
        </p:spPr>
        <p:txBody>
          <a:bodyPr anchor="t"/>
          <a:lstStyle>
            <a:lvl1pPr marL="0" indent="0">
              <a:buNone/>
              <a:defRPr sz="4800"/>
            </a:lvl1pPr>
            <a:lvl2pPr marL="685800" indent="0">
              <a:buNone/>
              <a:defRPr sz="4200"/>
            </a:lvl2pPr>
            <a:lvl3pPr marL="1371600" indent="0">
              <a:buNone/>
              <a:defRPr sz="3600"/>
            </a:lvl3pPr>
            <a:lvl4pPr marL="2057400" indent="0">
              <a:buNone/>
              <a:defRPr sz="3000"/>
            </a:lvl4pPr>
            <a:lvl5pPr marL="2743200" indent="0">
              <a:buNone/>
              <a:defRPr sz="3000"/>
            </a:lvl5pPr>
            <a:lvl6pPr marL="3429000" indent="0">
              <a:buNone/>
              <a:defRPr sz="3000"/>
            </a:lvl6pPr>
            <a:lvl7pPr marL="4114800" indent="0">
              <a:buNone/>
              <a:defRPr sz="3000"/>
            </a:lvl7pPr>
            <a:lvl8pPr marL="4800600" indent="0">
              <a:buNone/>
              <a:defRPr sz="3000"/>
            </a:lvl8pPr>
            <a:lvl9pPr marL="5486400" indent="0">
              <a:buNone/>
              <a:defRPr sz="3000"/>
            </a:lvl9pPr>
          </a:lstStyle>
          <a:p>
            <a:r>
              <a:rPr lang="en-US" altLang="ko-KR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59683" y="3086100"/>
            <a:ext cx="5898356" cy="5717382"/>
          </a:xfrm>
        </p:spPr>
        <p:txBody>
          <a:bodyPr/>
          <a:lstStyle>
            <a:lvl1pPr marL="0" indent="0">
              <a:buNone/>
              <a:defRPr sz="2400"/>
            </a:lvl1pPr>
            <a:lvl2pPr marL="685800" indent="0">
              <a:buNone/>
              <a:defRPr sz="2100"/>
            </a:lvl2pPr>
            <a:lvl3pPr marL="1371600" indent="0">
              <a:buNone/>
              <a:defRPr sz="1800"/>
            </a:lvl3pPr>
            <a:lvl4pPr marL="2057400" indent="0">
              <a:buNone/>
              <a:defRPr sz="1500"/>
            </a:lvl4pPr>
            <a:lvl5pPr marL="2743200" indent="0">
              <a:buNone/>
              <a:defRPr sz="1500"/>
            </a:lvl5pPr>
            <a:lvl6pPr marL="3429000" indent="0">
              <a:buNone/>
              <a:defRPr sz="1500"/>
            </a:lvl6pPr>
            <a:lvl7pPr marL="4114800" indent="0">
              <a:buNone/>
              <a:defRPr sz="1500"/>
            </a:lvl7pPr>
            <a:lvl8pPr marL="4800600" indent="0">
              <a:buNone/>
              <a:defRPr sz="1500"/>
            </a:lvl8pPr>
            <a:lvl9pPr marL="5486400" indent="0">
              <a:buNone/>
              <a:defRPr sz="1500"/>
            </a:lvl9pPr>
          </a:lstStyle>
          <a:p>
            <a:pPr lvl="0"/>
            <a:r>
              <a:rPr lang="en-US" altLang="ko-KR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257300" y="9534526"/>
            <a:ext cx="4114800" cy="547688"/>
          </a:xfrm>
          <a:prstGeom prst="rect">
            <a:avLst/>
          </a:prstGeom>
        </p:spPr>
        <p:txBody>
          <a:bodyPr/>
          <a:lstStyle/>
          <a:p>
            <a:fld id="{FCBE9B9B-CD13-41F7-AB29-0ED4C0FF6443}" type="datetimeFigureOut">
              <a:rPr lang="ko-KR" altLang="en-US" smtClean="0"/>
              <a:t>2026-06-04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057900" y="9534526"/>
            <a:ext cx="6172200" cy="547688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717322-989C-47ED-BB0F-518C2D36CB8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619245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257300" y="9534526"/>
            <a:ext cx="4114800" cy="547688"/>
          </a:xfrm>
          <a:prstGeom prst="rect">
            <a:avLst/>
          </a:prstGeom>
        </p:spPr>
        <p:txBody>
          <a:bodyPr/>
          <a:lstStyle/>
          <a:p>
            <a:fld id="{FCBE9B9B-CD13-41F7-AB29-0ED4C0FF6443}" type="datetimeFigureOut">
              <a:rPr lang="ko-KR" altLang="en-US" smtClean="0"/>
              <a:t>2026-06-04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057900" y="9534526"/>
            <a:ext cx="6172200" cy="547688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717322-989C-47ED-BB0F-518C2D36CB8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4392259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3087350" y="547688"/>
            <a:ext cx="3943350" cy="8717757"/>
          </a:xfrm>
        </p:spPr>
        <p:txBody>
          <a:bodyPr vert="eaVert"/>
          <a:lstStyle/>
          <a:p>
            <a:r>
              <a:rPr lang="en-US" altLang="ko-KR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57300" y="547688"/>
            <a:ext cx="11601450" cy="8717757"/>
          </a:xfrm>
        </p:spPr>
        <p:txBody>
          <a:bodyPr vert="eaVert"/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257300" y="9534526"/>
            <a:ext cx="4114800" cy="547688"/>
          </a:xfrm>
          <a:prstGeom prst="rect">
            <a:avLst/>
          </a:prstGeom>
        </p:spPr>
        <p:txBody>
          <a:bodyPr/>
          <a:lstStyle/>
          <a:p>
            <a:fld id="{FCBE9B9B-CD13-41F7-AB29-0ED4C0FF6443}" type="datetimeFigureOut">
              <a:rPr lang="ko-KR" altLang="en-US" smtClean="0"/>
              <a:t>2026-06-04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057900" y="9534526"/>
            <a:ext cx="6172200" cy="547688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717322-989C-47ED-BB0F-518C2D36CB8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165264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38732" y="963161"/>
            <a:ext cx="15801467" cy="838199"/>
          </a:xfrm>
          <a:prstGeom prst="rect">
            <a:avLst/>
          </a:prstGeom>
        </p:spPr>
        <p:txBody>
          <a:bodyPr vert="horz" lIns="0" tIns="45720" rIns="0" bIns="45720" rtlCol="0" anchor="ctr">
            <a:normAutofit/>
          </a:bodyPr>
          <a:lstStyle/>
          <a:p>
            <a:r>
              <a:rPr lang="en-US" altLang="ko-KR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59007" y="3543301"/>
            <a:ext cx="15781193" cy="57805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</a:p>
          <a:p>
            <a:pPr lvl="5"/>
            <a:r>
              <a:rPr lang="en-US" altLang="ko-KR"/>
              <a:t>Sixth level</a:t>
            </a:r>
          </a:p>
          <a:p>
            <a:pPr lvl="6"/>
            <a:r>
              <a:rPr lang="en-US" altLang="ko-KR"/>
              <a:t>Seventh level</a:t>
            </a:r>
          </a:p>
          <a:p>
            <a:pPr lvl="7"/>
            <a:r>
              <a:rPr lang="en-US" altLang="ko-KR"/>
              <a:t>Eighth level</a:t>
            </a:r>
          </a:p>
          <a:p>
            <a:pPr lvl="8"/>
            <a:r>
              <a:rPr lang="en-US" altLang="ko-KR"/>
              <a:t>Nineth level</a:t>
            </a:r>
          </a:p>
          <a:p>
            <a:pPr lvl="5"/>
            <a:endParaRPr lang="en-US" altLang="ko-K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6992600" y="9410701"/>
            <a:ext cx="685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717322-989C-47ED-BB0F-518C2D36CB8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965700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73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  <p:sldLayoutId id="2147483671" r:id="rId12"/>
  </p:sldLayoutIdLst>
  <p:txStyles>
    <p:titleStyle>
      <a:lvl1pPr algn="l" defTabSz="1371600" rtl="0" eaLnBrk="1" latinLnBrk="1" hangingPunct="1">
        <a:lnSpc>
          <a:spcPct val="90000"/>
        </a:lnSpc>
        <a:spcBef>
          <a:spcPct val="0"/>
        </a:spcBef>
        <a:buNone/>
        <a:defRPr sz="5000" kern="1200">
          <a:solidFill>
            <a:schemeClr val="tx2"/>
          </a:solidFill>
          <a:latin typeface="페이퍼로지 6 SemiBold" pitchFamily="2" charset="-127"/>
          <a:ea typeface="페이퍼로지 6 SemiBold" pitchFamily="2" charset="-127"/>
          <a:cs typeface="+mj-cs"/>
        </a:defRPr>
      </a:lvl1pPr>
    </p:titleStyle>
    <p:bodyStyle>
      <a:lvl1pPr marL="342000" indent="-342900" algn="l" defTabSz="1371600" rtl="0" eaLnBrk="1" latinLnBrk="1" hangingPunct="1">
        <a:lnSpc>
          <a:spcPct val="120000"/>
        </a:lnSpc>
        <a:spcBef>
          <a:spcPts val="768"/>
        </a:spcBef>
        <a:spcAft>
          <a:spcPts val="300"/>
        </a:spcAft>
        <a:buClr>
          <a:srgbClr val="7030A0"/>
        </a:buClr>
        <a:buFont typeface="Arial" panose="020B0604020202020204" pitchFamily="34" charset="0"/>
        <a:buChar char="•"/>
        <a:defRPr sz="2800" kern="1200" spc="-100" baseline="0">
          <a:solidFill>
            <a:schemeClr val="tx1"/>
          </a:solidFill>
          <a:latin typeface="+mn-ea"/>
          <a:ea typeface="+mn-ea"/>
          <a:cs typeface="+mn-cs"/>
        </a:defRPr>
      </a:lvl1pPr>
      <a:lvl2pPr marL="741600" indent="-284400" algn="l" defTabSz="1371600" rtl="0" eaLnBrk="1" latinLnBrk="1" hangingPunct="1">
        <a:lnSpc>
          <a:spcPct val="120000"/>
        </a:lnSpc>
        <a:spcBef>
          <a:spcPts val="700"/>
        </a:spcBef>
        <a:spcAft>
          <a:spcPts val="300"/>
        </a:spcAft>
        <a:buClr>
          <a:srgbClr val="7030A0"/>
        </a:buClr>
        <a:buFont typeface="Pretendard" panose="02000503000000020004" pitchFamily="50" charset="-127"/>
        <a:buChar char="−"/>
        <a:defRPr sz="2600" kern="1200" spc="-100" baseline="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4800" indent="-230400" algn="l" defTabSz="1371600" rtl="0" eaLnBrk="1" latinLnBrk="1" hangingPunct="1">
        <a:lnSpc>
          <a:spcPct val="120000"/>
        </a:lnSpc>
        <a:spcBef>
          <a:spcPts val="800"/>
        </a:spcBef>
        <a:spcAft>
          <a:spcPts val="400"/>
        </a:spcAft>
        <a:buClr>
          <a:srgbClr val="7030A0"/>
        </a:buClr>
        <a:buFont typeface="Arial" panose="020B0604020202020204" pitchFamily="34" charset="0"/>
        <a:buChar char="•"/>
        <a:defRPr sz="2400" kern="1200" spc="-100" baseline="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2000" indent="-230400" algn="l" defTabSz="1371600" rtl="0" eaLnBrk="1" latinLnBrk="1" hangingPunct="1">
        <a:lnSpc>
          <a:spcPct val="120000"/>
        </a:lnSpc>
        <a:spcBef>
          <a:spcPts val="480"/>
        </a:spcBef>
        <a:buFont typeface="Pretendard" panose="02000503000000020004" pitchFamily="50" charset="-127"/>
        <a:buChar char="−"/>
        <a:defRPr sz="2000" kern="1200" spc="-100" baseline="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9200" indent="-230400" algn="l" defTabSz="1371600" rtl="0" eaLnBrk="1" latinLnBrk="1" hangingPunct="1">
        <a:lnSpc>
          <a:spcPct val="120000"/>
        </a:lnSpc>
        <a:spcBef>
          <a:spcPts val="480"/>
        </a:spcBef>
        <a:buFont typeface="Pretendard" panose="02000503000000020004" pitchFamily="50" charset="-127"/>
        <a:buChar char="»"/>
        <a:defRPr sz="2000" kern="1200" spc="-100" baseline="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457200" indent="-457200" algn="l" defTabSz="1371600" rtl="0" eaLnBrk="1" latinLnBrk="1" hangingPunct="1">
        <a:lnSpc>
          <a:spcPct val="85000"/>
        </a:lnSpc>
        <a:spcBef>
          <a:spcPts val="0"/>
        </a:spcBef>
        <a:buClr>
          <a:schemeClr val="bg1">
            <a:lumMod val="95000"/>
          </a:schemeClr>
        </a:buClr>
        <a:buFont typeface="+mj-lt"/>
        <a:buAutoNum type="arabicPlain"/>
        <a:defRPr sz="2000" kern="1200" spc="0" baseline="0">
          <a:solidFill>
            <a:schemeClr val="bg2">
              <a:lumMod val="50000"/>
            </a:schemeClr>
          </a:solidFill>
          <a:latin typeface="Cascadia Code" panose="020B0609020000020004" pitchFamily="49" charset="0"/>
          <a:ea typeface="+mn-ea"/>
          <a:cs typeface="Cascadia Code" panose="020B0609020000020004" pitchFamily="49" charset="0"/>
        </a:defRPr>
      </a:lvl6pPr>
      <a:lvl7pPr marL="457200" indent="-457200" algn="l" defTabSz="1371600" rtl="0" eaLnBrk="1" latinLnBrk="1" hangingPunct="1">
        <a:lnSpc>
          <a:spcPct val="110000"/>
        </a:lnSpc>
        <a:spcBef>
          <a:spcPts val="2200"/>
        </a:spcBef>
        <a:spcAft>
          <a:spcPts val="1400"/>
        </a:spcAft>
        <a:buClr>
          <a:schemeClr val="accent5"/>
        </a:buClr>
        <a:buSzPct val="125000"/>
        <a:buFont typeface="Pretendard" panose="02000503000000020004" pitchFamily="50" charset="-127"/>
        <a:buChar char="⁕"/>
        <a:defRPr sz="2400" kern="1200" spc="-100" baseline="0">
          <a:gradFill>
            <a:gsLst>
              <a:gs pos="0">
                <a:schemeClr val="accent1">
                  <a:lumMod val="50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5400000" scaled="1"/>
          </a:gradFill>
          <a:latin typeface="Pretendard Thin" panose="02000203000000020004" pitchFamily="50" charset="-127"/>
          <a:ea typeface="Pretendard Thin" panose="02000203000000020004" pitchFamily="50" charset="-127"/>
          <a:cs typeface="Pretendard Thin" panose="02000203000000020004" pitchFamily="50" charset="-127"/>
        </a:defRPr>
      </a:lvl7pPr>
      <a:lvl8pPr marL="0" indent="0" algn="l" defTabSz="1371600" rtl="0" eaLnBrk="1" latinLnBrk="1" hangingPunct="1">
        <a:lnSpc>
          <a:spcPct val="130000"/>
        </a:lnSpc>
        <a:spcBef>
          <a:spcPts val="1000"/>
        </a:spcBef>
        <a:spcAft>
          <a:spcPts val="800"/>
        </a:spcAft>
        <a:buFont typeface="Arial" panose="020B0604020202020204" pitchFamily="34" charset="0"/>
        <a:buNone/>
        <a:defRPr sz="2400" kern="1200" spc="-100" baseline="0">
          <a:solidFill>
            <a:srgbClr val="7030A0"/>
          </a:solidFill>
          <a:latin typeface="페이퍼로지 6 SemiBold" pitchFamily="2" charset="-127"/>
          <a:ea typeface="페이퍼로지 6 SemiBold" pitchFamily="2" charset="-127"/>
          <a:cs typeface="+mn-cs"/>
        </a:defRPr>
      </a:lvl8pPr>
      <a:lvl9pPr marL="594000" indent="-594000" algn="l" defTabSz="1371600" rtl="0" eaLnBrk="1" latinLnBrk="1" hangingPunct="1">
        <a:lnSpc>
          <a:spcPct val="130000"/>
        </a:lnSpc>
        <a:spcBef>
          <a:spcPts val="1800"/>
        </a:spcBef>
        <a:spcAft>
          <a:spcPts val="1200"/>
        </a:spcAft>
        <a:buSzPct val="136000"/>
        <a:buFontTx/>
        <a:buBlip>
          <a:blip r:embed="rId14"/>
        </a:buBlip>
        <a:defRPr sz="3200" kern="1200" spc="-100" baseline="0">
          <a:solidFill>
            <a:schemeClr val="tx1"/>
          </a:solidFill>
          <a:latin typeface="+mj-ea"/>
          <a:ea typeface="+mj-ea"/>
          <a:cs typeface="+mn-cs"/>
        </a:defRPr>
      </a:lvl9pPr>
    </p:bodyStyle>
    <p:otherStyle>
      <a:defPPr>
        <a:defRPr lang="en-US"/>
      </a:defPPr>
      <a:lvl1pPr marL="0" algn="l" defTabSz="1371600" rtl="0" eaLnBrk="1" latinLnBrk="1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algn="l" defTabSz="1371600" rtl="0" eaLnBrk="1" latinLnBrk="1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2pPr>
      <a:lvl3pPr marL="1371600" algn="l" defTabSz="1371600" rtl="0" eaLnBrk="1" latinLnBrk="1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3pPr>
      <a:lvl4pPr marL="2057400" algn="l" defTabSz="1371600" rtl="0" eaLnBrk="1" latinLnBrk="1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algn="l" defTabSz="1371600" rtl="0" eaLnBrk="1" latinLnBrk="1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5pPr>
      <a:lvl6pPr marL="3429000" algn="l" defTabSz="1371600" rtl="0" eaLnBrk="1" latinLnBrk="1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4114800" algn="l" defTabSz="1371600" rtl="0" eaLnBrk="1" latinLnBrk="1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4800600" algn="l" defTabSz="1371600" rtl="0" eaLnBrk="1" latinLnBrk="1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486400" algn="l" defTabSz="1371600" rtl="0" eaLnBrk="1" latinLnBrk="1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sv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7E471F9-C8DB-270E-2C89-2FAF2341D19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63DC1E4D-1E8D-C876-B437-3A587FD335A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844673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DE4C96-BAFE-54B4-CEA2-1140C39856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3BDC0B-75A9-9A75-4D95-9B136743FB9A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288380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5D842D8A-C8EE-FCF9-4176-C9592B399D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/>
              <a:t>강사 프로필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767FD6C-0044-99A0-C1E4-1F601948A473}"/>
              </a:ext>
            </a:extLst>
          </p:cNvPr>
          <p:cNvSpPr txBox="1"/>
          <p:nvPr/>
        </p:nvSpPr>
        <p:spPr>
          <a:xfrm>
            <a:off x="1030573" y="2853439"/>
            <a:ext cx="1490793" cy="67710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ko-KR" altLang="en-US" sz="4400">
                <a:solidFill>
                  <a:schemeClr val="accent1"/>
                </a:solidFill>
                <a:latin typeface="페이퍼로지 6 SemiBold" pitchFamily="2" charset="-127"/>
                <a:ea typeface="페이퍼로지 6 SemiBold" pitchFamily="2" charset="-127"/>
              </a:rPr>
              <a:t>홍길동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7ED537E-7A42-0EDC-5ABA-A47A84D08173}"/>
              </a:ext>
            </a:extLst>
          </p:cNvPr>
          <p:cNvSpPr txBox="1"/>
          <p:nvPr/>
        </p:nvSpPr>
        <p:spPr>
          <a:xfrm>
            <a:off x="2630163" y="2889682"/>
            <a:ext cx="918841" cy="5924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250">
                <a:solidFill>
                  <a:srgbClr val="C4ADEC"/>
                </a:solidFill>
                <a:latin typeface="페이퍼로지 6 SemiBold" pitchFamily="2" charset="-127"/>
                <a:ea typeface="페이퍼로지 6 SemiBold" pitchFamily="2" charset="-127"/>
              </a:rPr>
              <a:t>강사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F15E09F1-7D63-7632-1D13-92BBCBFA6F64}"/>
              </a:ext>
            </a:extLst>
          </p:cNvPr>
          <p:cNvSpPr/>
          <p:nvPr/>
        </p:nvSpPr>
        <p:spPr>
          <a:xfrm>
            <a:off x="1038732" y="4172469"/>
            <a:ext cx="2006996" cy="584269"/>
          </a:xfrm>
          <a:prstGeom prst="roundRect">
            <a:avLst>
              <a:gd name="adj" fmla="val 50000"/>
            </a:avLst>
          </a:prstGeom>
          <a:solidFill>
            <a:srgbClr val="45537A"/>
          </a:solidFill>
          <a:ln cap="rnd">
            <a:noFill/>
            <a:prstDash val="solid"/>
            <a:round/>
          </a:ln>
        </p:spPr>
        <p:txBody>
          <a:bodyPr wrap="none" lIns="180000" rIns="180000" rtlCol="0" anchor="ctr">
            <a:spAutoFit/>
          </a:bodyPr>
          <a:lstStyle/>
          <a:p>
            <a:pPr algn="ctr"/>
            <a:r>
              <a:rPr lang="ko-KR" altLang="en-US" sz="2100">
                <a:solidFill>
                  <a:schemeClr val="bg1"/>
                </a:solidFill>
                <a:latin typeface="페이퍼로지 6 SemiBold" pitchFamily="2" charset="-127"/>
                <a:ea typeface="페이퍼로지 6 SemiBold" pitchFamily="2" charset="-127"/>
              </a:rPr>
              <a:t>주요 프로젝트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0DB696C-F502-6FFC-5976-4994A37E4958}"/>
              </a:ext>
            </a:extLst>
          </p:cNvPr>
          <p:cNvSpPr txBox="1"/>
          <p:nvPr/>
        </p:nvSpPr>
        <p:spPr>
          <a:xfrm>
            <a:off x="1030573" y="4954281"/>
            <a:ext cx="2456122" cy="8547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ko-KR" altLang="en-US" sz="2000"/>
              <a:t>기관명 </a:t>
            </a:r>
            <a:r>
              <a:rPr lang="en-US" altLang="ko-KR" sz="2000"/>
              <a:t>/ </a:t>
            </a:r>
            <a:r>
              <a:rPr lang="ko-KR" altLang="en-US" sz="2000"/>
              <a:t>프로젝트명</a:t>
            </a:r>
            <a:endParaRPr lang="en-US" altLang="ko-KR" sz="2000"/>
          </a:p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ko-KR" altLang="en-US" sz="2000"/>
              <a:t>기관명 </a:t>
            </a:r>
            <a:r>
              <a:rPr lang="en-US" altLang="ko-KR" sz="2000"/>
              <a:t>/ </a:t>
            </a:r>
            <a:r>
              <a:rPr lang="ko-KR" altLang="en-US" sz="2000"/>
              <a:t>프로젝트명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AA93AD2E-7A32-928B-27EF-6CCCA952D702}"/>
              </a:ext>
            </a:extLst>
          </p:cNvPr>
          <p:cNvGrpSpPr/>
          <p:nvPr/>
        </p:nvGrpSpPr>
        <p:grpSpPr>
          <a:xfrm>
            <a:off x="13309181" y="3992662"/>
            <a:ext cx="4978819" cy="6294338"/>
            <a:chOff x="13309181" y="3992662"/>
            <a:chExt cx="4978819" cy="6294338"/>
          </a:xfrm>
        </p:grpSpPr>
        <p:sp>
          <p:nvSpPr>
            <p:cNvPr id="12" name="Freeform 6">
              <a:extLst>
                <a:ext uri="{FF2B5EF4-FFF2-40B4-BE49-F238E27FC236}">
                  <a16:creationId xmlns:a16="http://schemas.microsoft.com/office/drawing/2014/main" id="{7FBBEFC7-B0E1-0562-5647-CE5F1019370A}"/>
                </a:ext>
              </a:extLst>
            </p:cNvPr>
            <p:cNvSpPr/>
            <p:nvPr/>
          </p:nvSpPr>
          <p:spPr>
            <a:xfrm>
              <a:off x="13309181" y="3992662"/>
              <a:ext cx="4978819" cy="6294338"/>
            </a:xfrm>
            <a:custGeom>
              <a:avLst/>
              <a:gdLst/>
              <a:ahLst/>
              <a:cxnLst/>
              <a:rect l="l" t="t" r="r" b="b"/>
              <a:pathLst>
                <a:path w="4978819" h="6294338">
                  <a:moveTo>
                    <a:pt x="0" y="0"/>
                  </a:moveTo>
                  <a:lnTo>
                    <a:pt x="4978819" y="0"/>
                  </a:lnTo>
                  <a:lnTo>
                    <a:pt x="4978819" y="6294338"/>
                  </a:lnTo>
                  <a:lnTo>
                    <a:pt x="0" y="629433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r="-26422"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3" name="Freeform 7">
              <a:extLst>
                <a:ext uri="{FF2B5EF4-FFF2-40B4-BE49-F238E27FC236}">
                  <a16:creationId xmlns:a16="http://schemas.microsoft.com/office/drawing/2014/main" id="{32645C2F-EC43-900D-9EC6-77F626098580}"/>
                </a:ext>
              </a:extLst>
            </p:cNvPr>
            <p:cNvSpPr/>
            <p:nvPr/>
          </p:nvSpPr>
          <p:spPr>
            <a:xfrm>
              <a:off x="13833687" y="4924488"/>
              <a:ext cx="3929806" cy="5362512"/>
            </a:xfrm>
            <a:custGeom>
              <a:avLst/>
              <a:gdLst/>
              <a:ahLst/>
              <a:cxnLst/>
              <a:rect l="l" t="t" r="r" b="b"/>
              <a:pathLst>
                <a:path w="3929806" h="6745372">
                  <a:moveTo>
                    <a:pt x="0" y="0"/>
                  </a:moveTo>
                  <a:lnTo>
                    <a:pt x="3929806" y="0"/>
                  </a:lnTo>
                  <a:lnTo>
                    <a:pt x="3929806" y="6745371"/>
                  </a:lnTo>
                  <a:lnTo>
                    <a:pt x="0" y="674537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t="-1" b="-131725"/>
              </a:stretch>
            </a:blipFill>
          </p:spPr>
          <p:txBody>
            <a:bodyPr/>
            <a:lstStyle/>
            <a:p>
              <a:endParaRPr lang="ko-KR" altLang="en-US" dirty="0"/>
            </a:p>
          </p:txBody>
        </p:sp>
      </p:grp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ED17F099-0304-BBB7-EB83-3EEF269EF31F}"/>
              </a:ext>
            </a:extLst>
          </p:cNvPr>
          <p:cNvSpPr/>
          <p:nvPr/>
        </p:nvSpPr>
        <p:spPr>
          <a:xfrm>
            <a:off x="1046891" y="6129910"/>
            <a:ext cx="1531009" cy="584269"/>
          </a:xfrm>
          <a:prstGeom prst="roundRect">
            <a:avLst>
              <a:gd name="adj" fmla="val 50000"/>
            </a:avLst>
          </a:prstGeom>
          <a:solidFill>
            <a:srgbClr val="45537A"/>
          </a:solidFill>
          <a:ln cap="rnd">
            <a:noFill/>
            <a:prstDash val="solid"/>
            <a:round/>
          </a:ln>
        </p:spPr>
        <p:txBody>
          <a:bodyPr wrap="none" lIns="180000" rIns="180000" rtlCol="0" anchor="ctr">
            <a:spAutoFit/>
          </a:bodyPr>
          <a:lstStyle/>
          <a:p>
            <a:pPr algn="ctr"/>
            <a:r>
              <a:rPr lang="ko-KR" altLang="en-US" sz="2100">
                <a:solidFill>
                  <a:schemeClr val="bg1"/>
                </a:solidFill>
                <a:latin typeface="페이퍼로지 6 SemiBold" pitchFamily="2" charset="-127"/>
                <a:ea typeface="페이퍼로지 6 SemiBold" pitchFamily="2" charset="-127"/>
              </a:rPr>
              <a:t>직장 경력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3F3FE3C-8AC5-AE32-F5C3-E932425C8612}"/>
              </a:ext>
            </a:extLst>
          </p:cNvPr>
          <p:cNvSpPr txBox="1"/>
          <p:nvPr/>
        </p:nvSpPr>
        <p:spPr>
          <a:xfrm>
            <a:off x="1038732" y="6911722"/>
            <a:ext cx="3130985" cy="8547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altLang="ko-KR" sz="2000"/>
              <a:t>(</a:t>
            </a:r>
            <a:r>
              <a:rPr lang="ko-KR" altLang="en-US" sz="2000"/>
              <a:t>현</a:t>
            </a:r>
            <a:r>
              <a:rPr lang="en-US" altLang="ko-KR" sz="2000"/>
              <a:t>) </a:t>
            </a:r>
            <a:r>
              <a:rPr lang="ko-KR" altLang="en-US" sz="2000"/>
              <a:t>소속 </a:t>
            </a:r>
            <a:r>
              <a:rPr lang="en-US" altLang="ko-KR" sz="2000"/>
              <a:t>/ </a:t>
            </a:r>
            <a:r>
              <a:rPr lang="ko-KR" altLang="en-US" sz="2000"/>
              <a:t>직급</a:t>
            </a:r>
            <a:r>
              <a:rPr lang="en-US" altLang="ko-KR" sz="2000"/>
              <a:t> / </a:t>
            </a:r>
            <a:r>
              <a:rPr lang="ko-KR" altLang="en-US" sz="2000"/>
              <a:t>담당업무</a:t>
            </a:r>
            <a:endParaRPr lang="en-US" altLang="ko-KR" sz="2000"/>
          </a:p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altLang="ko-KR" sz="2000"/>
              <a:t>(</a:t>
            </a:r>
            <a:r>
              <a:rPr lang="ko-KR" altLang="en-US" sz="2000"/>
              <a:t>전</a:t>
            </a:r>
            <a:r>
              <a:rPr lang="en-US" altLang="ko-KR" sz="2000"/>
              <a:t>) </a:t>
            </a:r>
            <a:r>
              <a:rPr lang="ko-KR" altLang="en-US" sz="2000"/>
              <a:t>소속 </a:t>
            </a:r>
            <a:r>
              <a:rPr lang="en-US" altLang="ko-KR" sz="2000"/>
              <a:t>/ </a:t>
            </a:r>
            <a:r>
              <a:rPr lang="ko-KR" altLang="en-US" sz="2000"/>
              <a:t>직급 </a:t>
            </a:r>
            <a:r>
              <a:rPr lang="en-US" altLang="ko-KR" sz="2000"/>
              <a:t>/ </a:t>
            </a:r>
            <a:r>
              <a:rPr lang="ko-KR" altLang="en-US" sz="2000"/>
              <a:t>담당업무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1B574555-ED87-B627-51CB-47B60C8602B8}"/>
              </a:ext>
            </a:extLst>
          </p:cNvPr>
          <p:cNvSpPr/>
          <p:nvPr/>
        </p:nvSpPr>
        <p:spPr>
          <a:xfrm>
            <a:off x="1038732" y="8087351"/>
            <a:ext cx="1531009" cy="584269"/>
          </a:xfrm>
          <a:prstGeom prst="roundRect">
            <a:avLst>
              <a:gd name="adj" fmla="val 50000"/>
            </a:avLst>
          </a:prstGeom>
          <a:solidFill>
            <a:srgbClr val="45537A"/>
          </a:solidFill>
          <a:ln cap="rnd">
            <a:noFill/>
            <a:prstDash val="solid"/>
            <a:round/>
          </a:ln>
        </p:spPr>
        <p:txBody>
          <a:bodyPr wrap="none" lIns="180000" rIns="180000" rtlCol="0" anchor="ctr">
            <a:spAutoFit/>
          </a:bodyPr>
          <a:lstStyle/>
          <a:p>
            <a:pPr algn="ctr"/>
            <a:r>
              <a:rPr lang="ko-KR" altLang="en-US" sz="2100">
                <a:solidFill>
                  <a:schemeClr val="bg1"/>
                </a:solidFill>
                <a:latin typeface="페이퍼로지 6 SemiBold" pitchFamily="2" charset="-127"/>
                <a:ea typeface="페이퍼로지 6 SemiBold" pitchFamily="2" charset="-127"/>
              </a:rPr>
              <a:t>강의 이력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A838733-06A8-FD06-DE2C-AE0E7B3682E7}"/>
              </a:ext>
            </a:extLst>
          </p:cNvPr>
          <p:cNvSpPr txBox="1"/>
          <p:nvPr/>
        </p:nvSpPr>
        <p:spPr>
          <a:xfrm>
            <a:off x="1030573" y="8869163"/>
            <a:ext cx="8866530" cy="4546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ko-KR" altLang="en-US" sz="2000"/>
              <a:t>대표 강의이력 나열 </a:t>
            </a:r>
            <a:r>
              <a:rPr lang="en-US" altLang="ko-KR" sz="2000"/>
              <a:t>ex) </a:t>
            </a:r>
            <a:r>
              <a:rPr lang="ko-KR" altLang="en-US" sz="2000"/>
              <a:t>삼성</a:t>
            </a:r>
            <a:r>
              <a:rPr lang="en-US" altLang="ko-KR" sz="2000"/>
              <a:t>SDS, </a:t>
            </a:r>
            <a:r>
              <a:rPr lang="ko-KR" altLang="en-US" sz="2000"/>
              <a:t>삼성전자</a:t>
            </a:r>
            <a:r>
              <a:rPr lang="en-US" altLang="ko-KR" sz="2000"/>
              <a:t>, KT </a:t>
            </a:r>
            <a:r>
              <a:rPr lang="ko-KR" altLang="en-US" sz="2000"/>
              <a:t>등  기업 재직자 대상 생성형 </a:t>
            </a:r>
            <a:r>
              <a:rPr lang="en-US" altLang="ko-KR" sz="2000"/>
              <a:t>AI </a:t>
            </a:r>
            <a:r>
              <a:rPr lang="ko-KR" altLang="en-US" sz="2000"/>
              <a:t>강의</a:t>
            </a:r>
          </a:p>
        </p:txBody>
      </p:sp>
    </p:spTree>
    <p:extLst>
      <p:ext uri="{BB962C8B-B14F-4D97-AF65-F5344CB8AC3E}">
        <p14:creationId xmlns:p14="http://schemas.microsoft.com/office/powerpoint/2010/main" val="21274966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DC6D2AF-7023-B75F-9DDB-365CB9AB34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159E696-477A-8D65-B7BE-9ADF2CACA94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10000"/>
          </a:bodyPr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188228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0251766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3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2B394A"/>
      </a:accent1>
      <a:accent2>
        <a:srgbClr val="F884A0"/>
      </a:accent2>
      <a:accent3>
        <a:srgbClr val="954F72"/>
      </a:accent3>
      <a:accent4>
        <a:srgbClr val="FFC000"/>
      </a:accent4>
      <a:accent5>
        <a:srgbClr val="5B9BD5"/>
      </a:accent5>
      <a:accent6>
        <a:srgbClr val="70AD47"/>
      </a:accent6>
      <a:hlink>
        <a:srgbClr val="04519E"/>
      </a:hlink>
      <a:folHlink>
        <a:srgbClr val="5B9BD5"/>
      </a:folHlink>
    </a:clrScheme>
    <a:fontScheme name="Custom 2">
      <a:majorFont>
        <a:latin typeface="Pretendard SemiBold"/>
        <a:ea typeface="Pretendard SemiBold"/>
        <a:cs typeface=""/>
      </a:majorFont>
      <a:minorFont>
        <a:latin typeface="Pretendard"/>
        <a:ea typeface="Pretendard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45537A"/>
        </a:solidFill>
        <a:ln cap="rnd">
          <a:noFill/>
          <a:prstDash val="solid"/>
          <a:round/>
        </a:ln>
      </a:spPr>
      <a:bodyPr anchor="ctr"/>
      <a:lstStyle>
        <a:defPPr algn="ctr">
          <a:defRPr sz="2100" smtClean="0">
            <a:solidFill>
              <a:schemeClr val="bg1"/>
            </a:solidFill>
            <a:latin typeface="페이퍼로지 6 SemiBold" pitchFamily="2" charset="-127"/>
            <a:ea typeface="페이퍼로지 6 SemiBold" pitchFamily="2" charset="-127"/>
          </a:defRPr>
        </a:defPPr>
      </a:lstStyle>
    </a:spDef>
  </a:objectDefaults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299</TotalTime>
  <Words>51</Words>
  <Application>Microsoft Office PowerPoint</Application>
  <PresentationFormat>사용자 지정</PresentationFormat>
  <Paragraphs>12</Paragraphs>
  <Slides>5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8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</vt:i4>
      </vt:variant>
    </vt:vector>
  </HeadingPairs>
  <TitlesOfParts>
    <vt:vector size="14" baseType="lpstr">
      <vt:lpstr>Paperlogy Semi-Bold</vt:lpstr>
      <vt:lpstr>Pretendard</vt:lpstr>
      <vt:lpstr>Pretendard SemiBold</vt:lpstr>
      <vt:lpstr>Pretendard Thin</vt:lpstr>
      <vt:lpstr>맑은 고딕</vt:lpstr>
      <vt:lpstr>페이퍼로지 6 SemiBold</vt:lpstr>
      <vt:lpstr>Arial</vt:lpstr>
      <vt:lpstr>Cascadia Code</vt:lpstr>
      <vt:lpstr>Office Theme</vt:lpstr>
      <vt:lpstr>PowerPoint 프레젠테이션</vt:lpstr>
      <vt:lpstr>PowerPoint 프레젠테이션</vt:lpstr>
      <vt:lpstr>강사 프로필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문형 배</dc:creator>
  <cp:lastModifiedBy>문형 배</cp:lastModifiedBy>
  <cp:revision>42</cp:revision>
  <dcterms:created xsi:type="dcterms:W3CDTF">2026-02-06T15:02:04Z</dcterms:created>
  <dcterms:modified xsi:type="dcterms:W3CDTF">2026-06-03T15:07:06Z</dcterms:modified>
</cp:coreProperties>
</file>